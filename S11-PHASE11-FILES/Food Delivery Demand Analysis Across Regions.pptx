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4"/>
  </p:notesMasterIdLst>
  <p:sldIdLst>
    <p:sldId id="256" r:id="rId2"/>
    <p:sldId id="257" r:id="rId3"/>
    <p:sldId id="271" r:id="rId4"/>
    <p:sldId id="272" r:id="rId5"/>
    <p:sldId id="258" r:id="rId6"/>
    <p:sldId id="259" r:id="rId7"/>
    <p:sldId id="260" r:id="rId8"/>
    <p:sldId id="261" r:id="rId9"/>
    <p:sldId id="263" r:id="rId10"/>
    <p:sldId id="273" r:id="rId11"/>
    <p:sldId id="264" r:id="rId12"/>
    <p:sldId id="265" r:id="rId13"/>
    <p:sldId id="266" r:id="rId14"/>
    <p:sldId id="274" r:id="rId15"/>
    <p:sldId id="275" r:id="rId16"/>
    <p:sldId id="267" r:id="rId17"/>
    <p:sldId id="276" r:id="rId18"/>
    <p:sldId id="277" r:id="rId19"/>
    <p:sldId id="278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 Malvankar" userId="c4f20e5b56fb5963" providerId="LiveId" clId="{3A52CEB0-9DF3-4DBF-A89C-77B2345323EF}"/>
    <pc:docChg chg="undo custSel addSld delSld modSld">
      <pc:chgData name="Megh Malvankar" userId="c4f20e5b56fb5963" providerId="LiveId" clId="{3A52CEB0-9DF3-4DBF-A89C-77B2345323EF}" dt="2026-08-15T16:18:02.865" v="2819" actId="2710"/>
      <pc:docMkLst>
        <pc:docMk/>
      </pc:docMkLst>
      <pc:sldChg chg="addSp modSp mod">
        <pc:chgData name="Megh Malvankar" userId="c4f20e5b56fb5963" providerId="LiveId" clId="{3A52CEB0-9DF3-4DBF-A89C-77B2345323EF}" dt="2026-08-13T14:30:52.694" v="2787" actId="20577"/>
        <pc:sldMkLst>
          <pc:docMk/>
          <pc:sldMk cId="4288674805" sldId="256"/>
        </pc:sldMkLst>
        <pc:spChg chg="mod">
          <ac:chgData name="Megh Malvankar" userId="c4f20e5b56fb5963" providerId="LiveId" clId="{3A52CEB0-9DF3-4DBF-A89C-77B2345323EF}" dt="2026-08-11T14:08:27.217" v="2750" actId="14100"/>
          <ac:spMkLst>
            <pc:docMk/>
            <pc:sldMk cId="4288674805" sldId="256"/>
            <ac:spMk id="2" creationId="{BDE8F357-4E69-DB85-00B9-FA7DE13E0385}"/>
          </ac:spMkLst>
        </pc:spChg>
        <pc:spChg chg="mod">
          <ac:chgData name="Megh Malvankar" userId="c4f20e5b56fb5963" providerId="LiveId" clId="{3A52CEB0-9DF3-4DBF-A89C-77B2345323EF}" dt="2026-08-11T14:08:49.968" v="2754" actId="27636"/>
          <ac:spMkLst>
            <pc:docMk/>
            <pc:sldMk cId="4288674805" sldId="256"/>
            <ac:spMk id="3" creationId="{603127E3-BE2D-473D-2697-1169DC503B88}"/>
          </ac:spMkLst>
        </pc:spChg>
        <pc:spChg chg="mod">
          <ac:chgData name="Megh Malvankar" userId="c4f20e5b56fb5963" providerId="LiveId" clId="{3A52CEB0-9DF3-4DBF-A89C-77B2345323EF}" dt="2026-08-10T14:46:44.885" v="2716" actId="113"/>
          <ac:spMkLst>
            <pc:docMk/>
            <pc:sldMk cId="4288674805" sldId="256"/>
            <ac:spMk id="4" creationId="{D17D4F29-B03B-1712-FCF0-6FEDC55C7E86}"/>
          </ac:spMkLst>
        </pc:spChg>
        <pc:spChg chg="add mod">
          <ac:chgData name="Megh Malvankar" userId="c4f20e5b56fb5963" providerId="LiveId" clId="{3A52CEB0-9DF3-4DBF-A89C-77B2345323EF}" dt="2026-08-13T14:30:52.694" v="2787" actId="20577"/>
          <ac:spMkLst>
            <pc:docMk/>
            <pc:sldMk cId="4288674805" sldId="256"/>
            <ac:spMk id="5" creationId="{19916C05-10A8-F400-4915-621B4CDBC91A}"/>
          </ac:spMkLst>
        </pc:spChg>
      </pc:sldChg>
      <pc:sldChg chg="modSp mod">
        <pc:chgData name="Megh Malvankar" userId="c4f20e5b56fb5963" providerId="LiveId" clId="{3A52CEB0-9DF3-4DBF-A89C-77B2345323EF}" dt="2026-08-13T14:46:34.882" v="2791" actId="255"/>
        <pc:sldMkLst>
          <pc:docMk/>
          <pc:sldMk cId="2359478352" sldId="257"/>
        </pc:sldMkLst>
        <pc:spChg chg="mod">
          <ac:chgData name="Megh Malvankar" userId="c4f20e5b56fb5963" providerId="LiveId" clId="{3A52CEB0-9DF3-4DBF-A89C-77B2345323EF}" dt="2026-08-13T14:46:34.882" v="2791" actId="255"/>
          <ac:spMkLst>
            <pc:docMk/>
            <pc:sldMk cId="2359478352" sldId="257"/>
            <ac:spMk id="3" creationId="{66043F68-0409-F3AC-E659-8A94FB554BF0}"/>
          </ac:spMkLst>
        </pc:spChg>
      </pc:sldChg>
      <pc:sldChg chg="addSp delSp modSp mod">
        <pc:chgData name="Megh Malvankar" userId="c4f20e5b56fb5963" providerId="LiveId" clId="{3A52CEB0-9DF3-4DBF-A89C-77B2345323EF}" dt="2026-08-07T12:20:03.648" v="2057" actId="255"/>
        <pc:sldMkLst>
          <pc:docMk/>
          <pc:sldMk cId="2952540026" sldId="258"/>
        </pc:sldMkLst>
        <pc:spChg chg="mod">
          <ac:chgData name="Megh Malvankar" userId="c4f20e5b56fb5963" providerId="LiveId" clId="{3A52CEB0-9DF3-4DBF-A89C-77B2345323EF}" dt="2026-08-07T12:20:03.648" v="2057" actId="255"/>
          <ac:spMkLst>
            <pc:docMk/>
            <pc:sldMk cId="2952540026" sldId="258"/>
            <ac:spMk id="2" creationId="{D11C205C-EA49-3B9E-FB0D-E4B75FD504FC}"/>
          </ac:spMkLst>
        </pc:spChg>
        <pc:spChg chg="add mod">
          <ac:chgData name="Megh Malvankar" userId="c4f20e5b56fb5963" providerId="LiveId" clId="{3A52CEB0-9DF3-4DBF-A89C-77B2345323EF}" dt="2026-08-03T13:28:35.868" v="80" actId="1076"/>
          <ac:spMkLst>
            <pc:docMk/>
            <pc:sldMk cId="2952540026" sldId="258"/>
            <ac:spMk id="14" creationId="{7941D19C-BCC6-A7F7-51CF-1DFBBD65C373}"/>
          </ac:spMkLst>
        </pc:spChg>
        <pc:spChg chg="add mod">
          <ac:chgData name="Megh Malvankar" userId="c4f20e5b56fb5963" providerId="LiveId" clId="{3A52CEB0-9DF3-4DBF-A89C-77B2345323EF}" dt="2026-08-04T05:56:54.741" v="169" actId="255"/>
          <ac:spMkLst>
            <pc:docMk/>
            <pc:sldMk cId="2952540026" sldId="258"/>
            <ac:spMk id="15" creationId="{14B2D5EE-B96A-69C5-5604-60A03624C841}"/>
          </ac:spMkLst>
        </pc:spChg>
        <pc:spChg chg="add mod">
          <ac:chgData name="Megh Malvankar" userId="c4f20e5b56fb5963" providerId="LiveId" clId="{3A52CEB0-9DF3-4DBF-A89C-77B2345323EF}" dt="2026-08-04T05:57:00.851" v="170" actId="255"/>
          <ac:spMkLst>
            <pc:docMk/>
            <pc:sldMk cId="2952540026" sldId="258"/>
            <ac:spMk id="18" creationId="{B06C1471-8A39-EB79-6375-F1D6C0BA8609}"/>
          </ac:spMkLst>
        </pc:spChg>
        <pc:spChg chg="add mod">
          <ac:chgData name="Megh Malvankar" userId="c4f20e5b56fb5963" providerId="LiveId" clId="{3A52CEB0-9DF3-4DBF-A89C-77B2345323EF}" dt="2026-08-04T05:57:07.743" v="171" actId="255"/>
          <ac:spMkLst>
            <pc:docMk/>
            <pc:sldMk cId="2952540026" sldId="258"/>
            <ac:spMk id="20" creationId="{6FFB25B4-CA35-4E51-FE49-5CA37FEEAD5A}"/>
          </ac:spMkLst>
        </pc:spChg>
        <pc:spChg chg="add mod">
          <ac:chgData name="Megh Malvankar" userId="c4f20e5b56fb5963" providerId="LiveId" clId="{3A52CEB0-9DF3-4DBF-A89C-77B2345323EF}" dt="2026-08-04T05:57:14.571" v="172" actId="255"/>
          <ac:spMkLst>
            <pc:docMk/>
            <pc:sldMk cId="2952540026" sldId="258"/>
            <ac:spMk id="21" creationId="{92C6B017-4827-A556-2063-9AE60C59CC52}"/>
          </ac:spMkLst>
        </pc:spChg>
        <pc:spChg chg="add mod">
          <ac:chgData name="Megh Malvankar" userId="c4f20e5b56fb5963" providerId="LiveId" clId="{3A52CEB0-9DF3-4DBF-A89C-77B2345323EF}" dt="2026-08-04T05:57:21.266" v="173" actId="255"/>
          <ac:spMkLst>
            <pc:docMk/>
            <pc:sldMk cId="2952540026" sldId="258"/>
            <ac:spMk id="22" creationId="{7F0000C2-87C3-E1AC-DBCA-FA44223E0BE8}"/>
          </ac:spMkLst>
        </pc:spChg>
        <pc:spChg chg="add mod">
          <ac:chgData name="Megh Malvankar" userId="c4f20e5b56fb5963" providerId="LiveId" clId="{3A52CEB0-9DF3-4DBF-A89C-77B2345323EF}" dt="2026-08-04T05:58:20.018" v="177" actId="14100"/>
          <ac:spMkLst>
            <pc:docMk/>
            <pc:sldMk cId="2952540026" sldId="258"/>
            <ac:spMk id="23" creationId="{E866E8E0-8B47-E8B9-FA07-BB096FBCCA26}"/>
          </ac:spMkLst>
        </pc:spChg>
        <pc:cxnChg chg="add mod">
          <ac:chgData name="Megh Malvankar" userId="c4f20e5b56fb5963" providerId="LiveId" clId="{3A52CEB0-9DF3-4DBF-A89C-77B2345323EF}" dt="2026-08-03T13:36:38.053" v="167" actId="1076"/>
          <ac:cxnSpMkLst>
            <pc:docMk/>
            <pc:sldMk cId="2952540026" sldId="258"/>
            <ac:cxnSpMk id="17" creationId="{042E2401-CE01-AB77-DFF7-4770F3DD963D}"/>
          </ac:cxnSpMkLst>
        </pc:cxnChg>
        <pc:cxnChg chg="add mod">
          <ac:chgData name="Megh Malvankar" userId="c4f20e5b56fb5963" providerId="LiveId" clId="{3A52CEB0-9DF3-4DBF-A89C-77B2345323EF}" dt="2026-08-03T13:36:38.053" v="167" actId="1076"/>
          <ac:cxnSpMkLst>
            <pc:docMk/>
            <pc:sldMk cId="2952540026" sldId="258"/>
            <ac:cxnSpMk id="29" creationId="{F45801A4-1CBC-EB34-1827-829AE4CC0EF6}"/>
          </ac:cxnSpMkLst>
        </pc:cxnChg>
        <pc:cxnChg chg="add mod">
          <ac:chgData name="Megh Malvankar" userId="c4f20e5b56fb5963" providerId="LiveId" clId="{3A52CEB0-9DF3-4DBF-A89C-77B2345323EF}" dt="2026-08-03T13:36:34.390" v="166" actId="1076"/>
          <ac:cxnSpMkLst>
            <pc:docMk/>
            <pc:sldMk cId="2952540026" sldId="258"/>
            <ac:cxnSpMk id="31" creationId="{B0759523-B130-A72C-EA5F-290129B0A74F}"/>
          </ac:cxnSpMkLst>
        </pc:cxnChg>
        <pc:cxnChg chg="add mod">
          <ac:chgData name="Megh Malvankar" userId="c4f20e5b56fb5963" providerId="LiveId" clId="{3A52CEB0-9DF3-4DBF-A89C-77B2345323EF}" dt="2026-08-03T13:34:09.189" v="149" actId="1076"/>
          <ac:cxnSpMkLst>
            <pc:docMk/>
            <pc:sldMk cId="2952540026" sldId="258"/>
            <ac:cxnSpMk id="33" creationId="{99503F6D-5C1D-ECD3-B279-64C19AA86EBF}"/>
          </ac:cxnSpMkLst>
        </pc:cxnChg>
        <pc:cxnChg chg="add mod">
          <ac:chgData name="Megh Malvankar" userId="c4f20e5b56fb5963" providerId="LiveId" clId="{3A52CEB0-9DF3-4DBF-A89C-77B2345323EF}" dt="2026-08-04T05:58:20.018" v="177" actId="14100"/>
          <ac:cxnSpMkLst>
            <pc:docMk/>
            <pc:sldMk cId="2952540026" sldId="258"/>
            <ac:cxnSpMk id="35" creationId="{33FC04CC-7BB4-0EB9-B95D-4A087125D528}"/>
          </ac:cxnSpMkLst>
        </pc:cxnChg>
      </pc:sldChg>
      <pc:sldChg chg="addSp delSp modSp mod">
        <pc:chgData name="Megh Malvankar" userId="c4f20e5b56fb5963" providerId="LiveId" clId="{3A52CEB0-9DF3-4DBF-A89C-77B2345323EF}" dt="2026-08-04T14:50:58.953" v="785" actId="113"/>
        <pc:sldMkLst>
          <pc:docMk/>
          <pc:sldMk cId="4033359867" sldId="259"/>
        </pc:sldMkLst>
        <pc:spChg chg="mod">
          <ac:chgData name="Megh Malvankar" userId="c4f20e5b56fb5963" providerId="LiveId" clId="{3A52CEB0-9DF3-4DBF-A89C-77B2345323EF}" dt="2026-08-04T14:50:58.953" v="785" actId="113"/>
          <ac:spMkLst>
            <pc:docMk/>
            <pc:sldMk cId="4033359867" sldId="259"/>
            <ac:spMk id="2" creationId="{A5097207-F2B1-F18C-EE56-9C9151EDFECD}"/>
          </ac:spMkLst>
        </pc:spChg>
        <pc:spChg chg="add mod">
          <ac:chgData name="Megh Malvankar" userId="c4f20e5b56fb5963" providerId="LiveId" clId="{3A52CEB0-9DF3-4DBF-A89C-77B2345323EF}" dt="2026-08-04T11:43:42.856" v="478" actId="1076"/>
          <ac:spMkLst>
            <pc:docMk/>
            <pc:sldMk cId="4033359867" sldId="259"/>
            <ac:spMk id="8" creationId="{BADAA259-D8FE-3997-7597-138C31553BBC}"/>
          </ac:spMkLst>
        </pc:spChg>
        <pc:graphicFrameChg chg="add mod">
          <ac:chgData name="Megh Malvankar" userId="c4f20e5b56fb5963" providerId="LiveId" clId="{3A52CEB0-9DF3-4DBF-A89C-77B2345323EF}" dt="2026-08-04T11:41:34.583" v="421"/>
          <ac:graphicFrameMkLst>
            <pc:docMk/>
            <pc:sldMk cId="4033359867" sldId="259"/>
            <ac:graphicFrameMk id="6" creationId="{CE517BB6-350C-048E-6F78-378377888A5D}"/>
          </ac:graphicFrameMkLst>
        </pc:graphicFrameChg>
        <pc:picChg chg="add mod ord">
          <ac:chgData name="Megh Malvankar" userId="c4f20e5b56fb5963" providerId="LiveId" clId="{3A52CEB0-9DF3-4DBF-A89C-77B2345323EF}" dt="2026-08-04T12:28:52.782" v="571" actId="1440"/>
          <ac:picMkLst>
            <pc:docMk/>
            <pc:sldMk cId="4033359867" sldId="259"/>
            <ac:picMk id="15" creationId="{8A2C0DEE-E0EA-78BA-4C8D-12C25E0AE743}"/>
          </ac:picMkLst>
        </pc:picChg>
      </pc:sldChg>
      <pc:sldChg chg="addSp modSp mod">
        <pc:chgData name="Megh Malvankar" userId="c4f20e5b56fb5963" providerId="LiveId" clId="{3A52CEB0-9DF3-4DBF-A89C-77B2345323EF}" dt="2026-08-07T14:30:07.636" v="2527" actId="13822"/>
        <pc:sldMkLst>
          <pc:docMk/>
          <pc:sldMk cId="3551199014" sldId="260"/>
        </pc:sldMkLst>
        <pc:spChg chg="mod">
          <ac:chgData name="Megh Malvankar" userId="c4f20e5b56fb5963" providerId="LiveId" clId="{3A52CEB0-9DF3-4DBF-A89C-77B2345323EF}" dt="2026-08-06T14:56:23.118" v="1176" actId="20577"/>
          <ac:spMkLst>
            <pc:docMk/>
            <pc:sldMk cId="3551199014" sldId="260"/>
            <ac:spMk id="2" creationId="{F39CF519-ED6F-CC1E-CD12-4A2BBFEBBC78}"/>
          </ac:spMkLst>
        </pc:spChg>
        <pc:spChg chg="mod">
          <ac:chgData name="Megh Malvankar" userId="c4f20e5b56fb5963" providerId="LiveId" clId="{3A52CEB0-9DF3-4DBF-A89C-77B2345323EF}" dt="2026-08-07T05:51:40.643" v="1416" actId="1076"/>
          <ac:spMkLst>
            <pc:docMk/>
            <pc:sldMk cId="3551199014" sldId="260"/>
            <ac:spMk id="3" creationId="{9FFCBE11-55BA-7EAB-04BE-C1F9FE7DB245}"/>
          </ac:spMkLst>
        </pc:spChg>
        <pc:spChg chg="add mod">
          <ac:chgData name="Megh Malvankar" userId="c4f20e5b56fb5963" providerId="LiveId" clId="{3A52CEB0-9DF3-4DBF-A89C-77B2345323EF}" dt="2026-08-07T05:51:48.852" v="1418" actId="14100"/>
          <ac:spMkLst>
            <pc:docMk/>
            <pc:sldMk cId="3551199014" sldId="260"/>
            <ac:spMk id="4" creationId="{2345076D-5A2A-727D-7B35-E5DFEE7A3ACD}"/>
          </ac:spMkLst>
        </pc:spChg>
        <pc:spChg chg="add mod">
          <ac:chgData name="Megh Malvankar" userId="c4f20e5b56fb5963" providerId="LiveId" clId="{3A52CEB0-9DF3-4DBF-A89C-77B2345323EF}" dt="2026-08-07T14:30:07.636" v="2527" actId="13822"/>
          <ac:spMkLst>
            <pc:docMk/>
            <pc:sldMk cId="3551199014" sldId="260"/>
            <ac:spMk id="5" creationId="{E0E30AB3-1887-6D4F-F3B6-3AA2B7EAF741}"/>
          </ac:spMkLst>
        </pc:spChg>
        <pc:spChg chg="add mod">
          <ac:chgData name="Megh Malvankar" userId="c4f20e5b56fb5963" providerId="LiveId" clId="{3A52CEB0-9DF3-4DBF-A89C-77B2345323EF}" dt="2026-08-07T14:30:05.523" v="2524" actId="13822"/>
          <ac:spMkLst>
            <pc:docMk/>
            <pc:sldMk cId="3551199014" sldId="260"/>
            <ac:spMk id="6" creationId="{7823CB91-03EF-ACA1-CE27-6B7A9FC101B7}"/>
          </ac:spMkLst>
        </pc:spChg>
      </pc:sldChg>
      <pc:sldChg chg="addSp delSp modSp mod">
        <pc:chgData name="Megh Malvankar" userId="c4f20e5b56fb5963" providerId="LiveId" clId="{3A52CEB0-9DF3-4DBF-A89C-77B2345323EF}" dt="2026-08-07T14:17:50.510" v="2491" actId="14100"/>
        <pc:sldMkLst>
          <pc:docMk/>
          <pc:sldMk cId="2327082599" sldId="261"/>
        </pc:sldMkLst>
        <pc:spChg chg="mod">
          <ac:chgData name="Megh Malvankar" userId="c4f20e5b56fb5963" providerId="LiveId" clId="{3A52CEB0-9DF3-4DBF-A89C-77B2345323EF}" dt="2026-08-04T14:51:09.489" v="787" actId="113"/>
          <ac:spMkLst>
            <pc:docMk/>
            <pc:sldMk cId="2327082599" sldId="261"/>
            <ac:spMk id="2" creationId="{445B2B64-EFE2-DEB3-87C8-CAFB1C9A0FA7}"/>
          </ac:spMkLst>
        </pc:spChg>
        <pc:spChg chg="add mod">
          <ac:chgData name="Megh Malvankar" userId="c4f20e5b56fb5963" providerId="LiveId" clId="{3A52CEB0-9DF3-4DBF-A89C-77B2345323EF}" dt="2026-08-07T14:15:24.958" v="2477" actId="255"/>
          <ac:spMkLst>
            <pc:docMk/>
            <pc:sldMk cId="2327082599" sldId="261"/>
            <ac:spMk id="6" creationId="{211D2D86-C024-6C5C-3446-D7BFA008FD19}"/>
          </ac:spMkLst>
        </pc:spChg>
        <pc:spChg chg="add mod">
          <ac:chgData name="Megh Malvankar" userId="c4f20e5b56fb5963" providerId="LiveId" clId="{3A52CEB0-9DF3-4DBF-A89C-77B2345323EF}" dt="2026-08-07T14:15:38.053" v="2479" actId="14100"/>
          <ac:spMkLst>
            <pc:docMk/>
            <pc:sldMk cId="2327082599" sldId="261"/>
            <ac:spMk id="10" creationId="{BBB3716E-6AAA-1BA3-0189-A04B7A1C09C5}"/>
          </ac:spMkLst>
        </pc:spChg>
        <pc:spChg chg="add mod">
          <ac:chgData name="Megh Malvankar" userId="c4f20e5b56fb5963" providerId="LiveId" clId="{3A52CEB0-9DF3-4DBF-A89C-77B2345323EF}" dt="2026-08-07T14:16:58.444" v="2480" actId="1076"/>
          <ac:spMkLst>
            <pc:docMk/>
            <pc:sldMk cId="2327082599" sldId="261"/>
            <ac:spMk id="27" creationId="{0378F425-8472-7C6E-783C-B21B62E2A6D0}"/>
          </ac:spMkLst>
        </pc:spChg>
        <pc:spChg chg="add mod">
          <ac:chgData name="Megh Malvankar" userId="c4f20e5b56fb5963" providerId="LiveId" clId="{3A52CEB0-9DF3-4DBF-A89C-77B2345323EF}" dt="2026-08-07T14:17:00.720" v="2481" actId="1076"/>
          <ac:spMkLst>
            <pc:docMk/>
            <pc:sldMk cId="2327082599" sldId="261"/>
            <ac:spMk id="29" creationId="{011322F0-BE88-F4C1-DAFA-DC6E0603BC16}"/>
          </ac:spMkLst>
        </pc:spChg>
        <pc:spChg chg="add mod">
          <ac:chgData name="Megh Malvankar" userId="c4f20e5b56fb5963" providerId="LiveId" clId="{3A52CEB0-9DF3-4DBF-A89C-77B2345323EF}" dt="2026-08-07T14:17:11.240" v="2483" actId="1076"/>
          <ac:spMkLst>
            <pc:docMk/>
            <pc:sldMk cId="2327082599" sldId="261"/>
            <ac:spMk id="31" creationId="{B6C95E21-9BF4-4321-0C8B-E3118A635DFD}"/>
          </ac:spMkLst>
        </pc:spChg>
        <pc:spChg chg="add mod">
          <ac:chgData name="Megh Malvankar" userId="c4f20e5b56fb5963" providerId="LiveId" clId="{3A52CEB0-9DF3-4DBF-A89C-77B2345323EF}" dt="2026-08-07T14:17:13.476" v="2484" actId="1076"/>
          <ac:spMkLst>
            <pc:docMk/>
            <pc:sldMk cId="2327082599" sldId="261"/>
            <ac:spMk id="33" creationId="{8C17A677-644B-5F5C-A3A4-06F0325CDD34}"/>
          </ac:spMkLst>
        </pc:spChg>
        <pc:picChg chg="add mod">
          <ac:chgData name="Megh Malvankar" userId="c4f20e5b56fb5963" providerId="LiveId" clId="{3A52CEB0-9DF3-4DBF-A89C-77B2345323EF}" dt="2026-08-07T14:17:50.510" v="2491" actId="14100"/>
          <ac:picMkLst>
            <pc:docMk/>
            <pc:sldMk cId="2327082599" sldId="261"/>
            <ac:picMk id="8" creationId="{524E4BDC-4DA9-D995-4AC8-4F7F54B2507D}"/>
          </ac:picMkLst>
        </pc:picChg>
        <pc:picChg chg="add mod modCrop">
          <ac:chgData name="Megh Malvankar" userId="c4f20e5b56fb5963" providerId="LiveId" clId="{3A52CEB0-9DF3-4DBF-A89C-77B2345323EF}" dt="2026-08-07T14:17:16.674" v="2485" actId="1076"/>
          <ac:picMkLst>
            <pc:docMk/>
            <pc:sldMk cId="2327082599" sldId="261"/>
            <ac:picMk id="20" creationId="{CFA11EB7-8A9E-1087-2826-CF5DEB5631B2}"/>
          </ac:picMkLst>
        </pc:picChg>
        <pc:picChg chg="add mod modCrop">
          <ac:chgData name="Megh Malvankar" userId="c4f20e5b56fb5963" providerId="LiveId" clId="{3A52CEB0-9DF3-4DBF-A89C-77B2345323EF}" dt="2026-08-07T14:17:18.558" v="2486" actId="1076"/>
          <ac:picMkLst>
            <pc:docMk/>
            <pc:sldMk cId="2327082599" sldId="261"/>
            <ac:picMk id="22" creationId="{B67832B5-9AE3-A6A4-089B-ADDCDEF99171}"/>
          </ac:picMkLst>
        </pc:picChg>
        <pc:picChg chg="add mod modCrop">
          <ac:chgData name="Megh Malvankar" userId="c4f20e5b56fb5963" providerId="LiveId" clId="{3A52CEB0-9DF3-4DBF-A89C-77B2345323EF}" dt="2026-08-07T14:17:22.565" v="2487" actId="1076"/>
          <ac:picMkLst>
            <pc:docMk/>
            <pc:sldMk cId="2327082599" sldId="261"/>
            <ac:picMk id="24" creationId="{BEFB6A8E-3E64-06EC-62A3-B7CB23DA84A1}"/>
          </ac:picMkLst>
        </pc:picChg>
        <pc:picChg chg="add mod modCrop">
          <ac:chgData name="Megh Malvankar" userId="c4f20e5b56fb5963" providerId="LiveId" clId="{3A52CEB0-9DF3-4DBF-A89C-77B2345323EF}" dt="2026-08-07T14:17:40.014" v="2489" actId="1076"/>
          <ac:picMkLst>
            <pc:docMk/>
            <pc:sldMk cId="2327082599" sldId="261"/>
            <ac:picMk id="26" creationId="{BE1BB3BD-5477-CBD1-8BA4-30788F512513}"/>
          </ac:picMkLst>
        </pc:picChg>
      </pc:sldChg>
      <pc:sldChg chg="addSp delSp modSp mod">
        <pc:chgData name="Megh Malvankar" userId="c4f20e5b56fb5963" providerId="LiveId" clId="{3A52CEB0-9DF3-4DBF-A89C-77B2345323EF}" dt="2026-08-11T14:51:09.031" v="2770" actId="14100"/>
        <pc:sldMkLst>
          <pc:docMk/>
          <pc:sldMk cId="1933308072" sldId="263"/>
        </pc:sldMkLst>
        <pc:spChg chg="mod">
          <ac:chgData name="Megh Malvankar" userId="c4f20e5b56fb5963" providerId="LiveId" clId="{3A52CEB0-9DF3-4DBF-A89C-77B2345323EF}" dt="2026-08-07T06:40:34.933" v="1756"/>
          <ac:spMkLst>
            <pc:docMk/>
            <pc:sldMk cId="1933308072" sldId="263"/>
            <ac:spMk id="2" creationId="{DA522D18-6555-8E35-5CF5-03209496FD5A}"/>
          </ac:spMkLst>
        </pc:spChg>
        <pc:spChg chg="mod">
          <ac:chgData name="Megh Malvankar" userId="c4f20e5b56fb5963" providerId="LiveId" clId="{3A52CEB0-9DF3-4DBF-A89C-77B2345323EF}" dt="2026-08-07T06:38:45.332" v="1727" actId="20577"/>
          <ac:spMkLst>
            <pc:docMk/>
            <pc:sldMk cId="1933308072" sldId="263"/>
            <ac:spMk id="3" creationId="{BED9E5D7-8C86-8FBB-1AFC-4DDE741968AC}"/>
          </ac:spMkLst>
        </pc:spChg>
        <pc:spChg chg="add mod">
          <ac:chgData name="Megh Malvankar" userId="c4f20e5b56fb5963" providerId="LiveId" clId="{3A52CEB0-9DF3-4DBF-A89C-77B2345323EF}" dt="2026-08-07T06:04:59.497" v="1500" actId="1076"/>
          <ac:spMkLst>
            <pc:docMk/>
            <pc:sldMk cId="1933308072" sldId="263"/>
            <ac:spMk id="16" creationId="{285A6E1E-9AF9-4E85-1F1F-FC6528452860}"/>
          </ac:spMkLst>
        </pc:spChg>
        <pc:spChg chg="add mod">
          <ac:chgData name="Megh Malvankar" userId="c4f20e5b56fb5963" providerId="LiveId" clId="{3A52CEB0-9DF3-4DBF-A89C-77B2345323EF}" dt="2026-08-07T06:04:49.144" v="1498" actId="1076"/>
          <ac:spMkLst>
            <pc:docMk/>
            <pc:sldMk cId="1933308072" sldId="263"/>
            <ac:spMk id="19" creationId="{6BBEB3C1-011C-0DA2-A995-1825876178C8}"/>
          </ac:spMkLst>
        </pc:spChg>
        <pc:spChg chg="add mod">
          <ac:chgData name="Megh Malvankar" userId="c4f20e5b56fb5963" providerId="LiveId" clId="{3A52CEB0-9DF3-4DBF-A89C-77B2345323EF}" dt="2026-08-07T06:05:09.880" v="1502" actId="1076"/>
          <ac:spMkLst>
            <pc:docMk/>
            <pc:sldMk cId="1933308072" sldId="263"/>
            <ac:spMk id="20" creationId="{1DC494DC-3735-A677-C21B-E9359C27DD9B}"/>
          </ac:spMkLst>
        </pc:spChg>
        <pc:spChg chg="add mod">
          <ac:chgData name="Megh Malvankar" userId="c4f20e5b56fb5963" providerId="LiveId" clId="{3A52CEB0-9DF3-4DBF-A89C-77B2345323EF}" dt="2026-08-07T06:05:13.944" v="1503" actId="1076"/>
          <ac:spMkLst>
            <pc:docMk/>
            <pc:sldMk cId="1933308072" sldId="263"/>
            <ac:spMk id="21" creationId="{D9732319-F774-C9FA-1D70-6D2D7E2250DD}"/>
          </ac:spMkLst>
        </pc:spChg>
        <pc:spChg chg="add mod">
          <ac:chgData name="Megh Malvankar" userId="c4f20e5b56fb5963" providerId="LiveId" clId="{3A52CEB0-9DF3-4DBF-A89C-77B2345323EF}" dt="2026-08-11T14:51:09.031" v="2770" actId="14100"/>
          <ac:spMkLst>
            <pc:docMk/>
            <pc:sldMk cId="1933308072" sldId="263"/>
            <ac:spMk id="22" creationId="{F6D82B7A-BDFC-73B5-5067-58FE88442180}"/>
          </ac:spMkLst>
        </pc:spChg>
        <pc:spChg chg="add mod">
          <ac:chgData name="Megh Malvankar" userId="c4f20e5b56fb5963" providerId="LiveId" clId="{3A52CEB0-9DF3-4DBF-A89C-77B2345323EF}" dt="2026-08-11T14:48:27.294" v="2769" actId="14100"/>
          <ac:spMkLst>
            <pc:docMk/>
            <pc:sldMk cId="1933308072" sldId="263"/>
            <ac:spMk id="23" creationId="{CAF542E8-88E0-3DDD-70D9-C85A969E5E07}"/>
          </ac:spMkLst>
        </pc:spChg>
        <pc:picChg chg="add mod modCrop">
          <ac:chgData name="Megh Malvankar" userId="c4f20e5b56fb5963" providerId="LiveId" clId="{3A52CEB0-9DF3-4DBF-A89C-77B2345323EF}" dt="2026-08-07T06:04:44.138" v="1497" actId="1076"/>
          <ac:picMkLst>
            <pc:docMk/>
            <pc:sldMk cId="1933308072" sldId="263"/>
            <ac:picMk id="5" creationId="{D3A26B78-6CA6-53A2-9FCF-D70141957722}"/>
          </ac:picMkLst>
        </pc:picChg>
        <pc:picChg chg="add mod modCrop">
          <ac:chgData name="Megh Malvankar" userId="c4f20e5b56fb5963" providerId="LiveId" clId="{3A52CEB0-9DF3-4DBF-A89C-77B2345323EF}" dt="2026-08-07T06:04:57.345" v="1499" actId="1076"/>
          <ac:picMkLst>
            <pc:docMk/>
            <pc:sldMk cId="1933308072" sldId="263"/>
            <ac:picMk id="7" creationId="{46EB1B95-67D8-A343-E2F9-0072F044198C}"/>
          </ac:picMkLst>
        </pc:picChg>
        <pc:picChg chg="add mod modCrop">
          <ac:chgData name="Megh Malvankar" userId="c4f20e5b56fb5963" providerId="LiveId" clId="{3A52CEB0-9DF3-4DBF-A89C-77B2345323EF}" dt="2026-08-07T06:05:02.264" v="1501" actId="1076"/>
          <ac:picMkLst>
            <pc:docMk/>
            <pc:sldMk cId="1933308072" sldId="263"/>
            <ac:picMk id="9" creationId="{094DBEE5-6AED-3D96-566D-61174C84996B}"/>
          </ac:picMkLst>
        </pc:picChg>
      </pc:sldChg>
      <pc:sldChg chg="addSp delSp modSp mod">
        <pc:chgData name="Megh Malvankar" userId="c4f20e5b56fb5963" providerId="LiveId" clId="{3A52CEB0-9DF3-4DBF-A89C-77B2345323EF}" dt="2026-08-07T13:00:52.340" v="2280" actId="14100"/>
        <pc:sldMkLst>
          <pc:docMk/>
          <pc:sldMk cId="1083552475" sldId="264"/>
        </pc:sldMkLst>
        <pc:spChg chg="mod">
          <ac:chgData name="Megh Malvankar" userId="c4f20e5b56fb5963" providerId="LiveId" clId="{3A52CEB0-9DF3-4DBF-A89C-77B2345323EF}" dt="2026-08-07T13:00:52.340" v="2280" actId="14100"/>
          <ac:spMkLst>
            <pc:docMk/>
            <pc:sldMk cId="1083552475" sldId="264"/>
            <ac:spMk id="2" creationId="{6E652E8A-7D9C-624F-3E16-2FA579256F02}"/>
          </ac:spMkLst>
        </pc:spChg>
        <pc:spChg chg="mod">
          <ac:chgData name="Megh Malvankar" userId="c4f20e5b56fb5963" providerId="LiveId" clId="{3A52CEB0-9DF3-4DBF-A89C-77B2345323EF}" dt="2026-08-07T06:39:14.777" v="1739" actId="20577"/>
          <ac:spMkLst>
            <pc:docMk/>
            <pc:sldMk cId="1083552475" sldId="264"/>
            <ac:spMk id="3" creationId="{1016CCA8-3AE7-9B78-7F4B-6C8A5924894A}"/>
          </ac:spMkLst>
        </pc:spChg>
        <pc:spChg chg="add mod">
          <ac:chgData name="Megh Malvankar" userId="c4f20e5b56fb5963" providerId="LiveId" clId="{3A52CEB0-9DF3-4DBF-A89C-77B2345323EF}" dt="2026-08-07T06:28:57.969" v="1687" actId="1076"/>
          <ac:spMkLst>
            <pc:docMk/>
            <pc:sldMk cId="1083552475" sldId="264"/>
            <ac:spMk id="6" creationId="{CD633D02-7175-007B-01F4-AD9EE0995334}"/>
          </ac:spMkLst>
        </pc:spChg>
        <pc:spChg chg="add mod">
          <ac:chgData name="Megh Malvankar" userId="c4f20e5b56fb5963" providerId="LiveId" clId="{3A52CEB0-9DF3-4DBF-A89C-77B2345323EF}" dt="2026-08-07T06:29:09.208" v="1689" actId="1076"/>
          <ac:spMkLst>
            <pc:docMk/>
            <pc:sldMk cId="1083552475" sldId="264"/>
            <ac:spMk id="13" creationId="{55AFC100-7676-EA53-246E-BEB8B98C646F}"/>
          </ac:spMkLst>
        </pc:spChg>
        <pc:spChg chg="add mod">
          <ac:chgData name="Megh Malvankar" userId="c4f20e5b56fb5963" providerId="LiveId" clId="{3A52CEB0-9DF3-4DBF-A89C-77B2345323EF}" dt="2026-08-07T06:28:30.140" v="1684" actId="1076"/>
          <ac:spMkLst>
            <pc:docMk/>
            <pc:sldMk cId="1083552475" sldId="264"/>
            <ac:spMk id="15" creationId="{F6D32CE2-DB2E-695B-D682-C93D46C7F2E3}"/>
          </ac:spMkLst>
        </pc:spChg>
        <pc:spChg chg="add mod">
          <ac:chgData name="Megh Malvankar" userId="c4f20e5b56fb5963" providerId="LiveId" clId="{3A52CEB0-9DF3-4DBF-A89C-77B2345323EF}" dt="2026-08-07T06:29:25.801" v="1692" actId="14100"/>
          <ac:spMkLst>
            <pc:docMk/>
            <pc:sldMk cId="1083552475" sldId="264"/>
            <ac:spMk id="16" creationId="{A139CE66-D828-1331-56B2-2E86E46A59F2}"/>
          </ac:spMkLst>
        </pc:spChg>
        <pc:picChg chg="add mod">
          <ac:chgData name="Megh Malvankar" userId="c4f20e5b56fb5963" providerId="LiveId" clId="{3A52CEB0-9DF3-4DBF-A89C-77B2345323EF}" dt="2026-08-07T06:29:15.127" v="1691" actId="14100"/>
          <ac:picMkLst>
            <pc:docMk/>
            <pc:sldMk cId="1083552475" sldId="264"/>
            <ac:picMk id="5" creationId="{A1E98552-200D-67C6-8342-4F8027D4196B}"/>
          </ac:picMkLst>
        </pc:picChg>
        <pc:picChg chg="add mod">
          <ac:chgData name="Megh Malvankar" userId="c4f20e5b56fb5963" providerId="LiveId" clId="{3A52CEB0-9DF3-4DBF-A89C-77B2345323EF}" dt="2026-08-07T06:29:11.984" v="1690" actId="14100"/>
          <ac:picMkLst>
            <pc:docMk/>
            <pc:sldMk cId="1083552475" sldId="264"/>
            <ac:picMk id="10" creationId="{D5CFEF02-B187-0A1D-070B-710CAEFDB8D9}"/>
          </ac:picMkLst>
        </pc:picChg>
      </pc:sldChg>
      <pc:sldChg chg="addSp modSp mod">
        <pc:chgData name="Megh Malvankar" userId="c4f20e5b56fb5963" providerId="LiveId" clId="{3A52CEB0-9DF3-4DBF-A89C-77B2345323EF}" dt="2026-08-07T13:00:35.492" v="2278" actId="14100"/>
        <pc:sldMkLst>
          <pc:docMk/>
          <pc:sldMk cId="3583247145" sldId="265"/>
        </pc:sldMkLst>
        <pc:spChg chg="mod">
          <ac:chgData name="Megh Malvankar" userId="c4f20e5b56fb5963" providerId="LiveId" clId="{3A52CEB0-9DF3-4DBF-A89C-77B2345323EF}" dt="2026-08-07T13:00:35.492" v="2278" actId="14100"/>
          <ac:spMkLst>
            <pc:docMk/>
            <pc:sldMk cId="3583247145" sldId="265"/>
            <ac:spMk id="2" creationId="{A5E54495-C619-5E2B-A6FD-C884B039C397}"/>
          </ac:spMkLst>
        </pc:spChg>
        <pc:spChg chg="mod">
          <ac:chgData name="Megh Malvankar" userId="c4f20e5b56fb5963" providerId="LiveId" clId="{3A52CEB0-9DF3-4DBF-A89C-77B2345323EF}" dt="2026-08-07T06:40:05.255" v="1754" actId="20577"/>
          <ac:spMkLst>
            <pc:docMk/>
            <pc:sldMk cId="3583247145" sldId="265"/>
            <ac:spMk id="3" creationId="{CA5F7E72-7963-355B-8C59-E537BAD75B24}"/>
          </ac:spMkLst>
        </pc:spChg>
        <pc:spChg chg="add mod">
          <ac:chgData name="Megh Malvankar" userId="c4f20e5b56fb5963" providerId="LiveId" clId="{3A52CEB0-9DF3-4DBF-A89C-77B2345323EF}" dt="2026-08-07T06:18:49.646" v="1615" actId="1076"/>
          <ac:spMkLst>
            <pc:docMk/>
            <pc:sldMk cId="3583247145" sldId="265"/>
            <ac:spMk id="8" creationId="{6EC15F65-3378-1309-6A5B-BDE2AD6BD9F4}"/>
          </ac:spMkLst>
        </pc:spChg>
        <pc:spChg chg="add mod">
          <ac:chgData name="Megh Malvankar" userId="c4f20e5b56fb5963" providerId="LiveId" clId="{3A52CEB0-9DF3-4DBF-A89C-77B2345323EF}" dt="2026-08-07T06:20:17.178" v="1631" actId="1076"/>
          <ac:spMkLst>
            <pc:docMk/>
            <pc:sldMk cId="3583247145" sldId="265"/>
            <ac:spMk id="9" creationId="{664EF64E-4B99-E5E8-3FD5-A3271C394B7F}"/>
          </ac:spMkLst>
        </pc:spChg>
        <pc:picChg chg="add mod modCrop">
          <ac:chgData name="Megh Malvankar" userId="c4f20e5b56fb5963" providerId="LiveId" clId="{3A52CEB0-9DF3-4DBF-A89C-77B2345323EF}" dt="2026-08-07T06:18:36.133" v="1612" actId="1076"/>
          <ac:picMkLst>
            <pc:docMk/>
            <pc:sldMk cId="3583247145" sldId="265"/>
            <ac:picMk id="5" creationId="{CE872F16-F647-6153-4BE0-A75B7E8CDBC6}"/>
          </ac:picMkLst>
        </pc:picChg>
        <pc:picChg chg="add mod modCrop">
          <ac:chgData name="Megh Malvankar" userId="c4f20e5b56fb5963" providerId="LiveId" clId="{3A52CEB0-9DF3-4DBF-A89C-77B2345323EF}" dt="2026-08-07T06:18:40.022" v="1613" actId="1076"/>
          <ac:picMkLst>
            <pc:docMk/>
            <pc:sldMk cId="3583247145" sldId="265"/>
            <ac:picMk id="7" creationId="{540FAB3C-23BA-220E-019A-7EE53E5F15FC}"/>
          </ac:picMkLst>
        </pc:picChg>
      </pc:sldChg>
      <pc:sldChg chg="addSp delSp modSp mod">
        <pc:chgData name="Megh Malvankar" userId="c4f20e5b56fb5963" providerId="LiveId" clId="{3A52CEB0-9DF3-4DBF-A89C-77B2345323EF}" dt="2026-08-07T07:43:32.426" v="1847" actId="1076"/>
        <pc:sldMkLst>
          <pc:docMk/>
          <pc:sldMk cId="3806748296" sldId="266"/>
        </pc:sldMkLst>
        <pc:spChg chg="mod">
          <ac:chgData name="Megh Malvankar" userId="c4f20e5b56fb5963" providerId="LiveId" clId="{3A52CEB0-9DF3-4DBF-A89C-77B2345323EF}" dt="2026-08-07T07:30:12.696" v="1816" actId="1076"/>
          <ac:spMkLst>
            <pc:docMk/>
            <pc:sldMk cId="3806748296" sldId="266"/>
            <ac:spMk id="2" creationId="{91BB3703-76EC-3AA2-1038-D90CB7A1DA89}"/>
          </ac:spMkLst>
        </pc:spChg>
        <pc:spChg chg="mod">
          <ac:chgData name="Megh Malvankar" userId="c4f20e5b56fb5963" providerId="LiveId" clId="{3A52CEB0-9DF3-4DBF-A89C-77B2345323EF}" dt="2026-08-07T07:30:05.392" v="1815" actId="14100"/>
          <ac:spMkLst>
            <pc:docMk/>
            <pc:sldMk cId="3806748296" sldId="266"/>
            <ac:spMk id="3" creationId="{C1BB1CB8-E4C5-388F-DBDB-74CCDD1FF880}"/>
          </ac:spMkLst>
        </pc:spChg>
        <pc:spChg chg="mod">
          <ac:chgData name="Megh Malvankar" userId="c4f20e5b56fb5963" providerId="LiveId" clId="{3A52CEB0-9DF3-4DBF-A89C-77B2345323EF}" dt="2026-08-07T07:31:26.399" v="1824" actId="12"/>
          <ac:spMkLst>
            <pc:docMk/>
            <pc:sldMk cId="3806748296" sldId="266"/>
            <ac:spMk id="4" creationId="{34E90874-469C-BED8-E49E-656793452E31}"/>
          </ac:spMkLst>
        </pc:spChg>
        <pc:spChg chg="add mod">
          <ac:chgData name="Megh Malvankar" userId="c4f20e5b56fb5963" providerId="LiveId" clId="{3A52CEB0-9DF3-4DBF-A89C-77B2345323EF}" dt="2026-08-07T07:31:39.802" v="1826" actId="255"/>
          <ac:spMkLst>
            <pc:docMk/>
            <pc:sldMk cId="3806748296" sldId="266"/>
            <ac:spMk id="9" creationId="{C495FB23-7E2A-7815-E717-086A3098ED0C}"/>
          </ac:spMkLst>
        </pc:spChg>
        <pc:picChg chg="add mod">
          <ac:chgData name="Megh Malvankar" userId="c4f20e5b56fb5963" providerId="LiveId" clId="{3A52CEB0-9DF3-4DBF-A89C-77B2345323EF}" dt="2026-08-07T07:42:36.435" v="1835" actId="1076"/>
          <ac:picMkLst>
            <pc:docMk/>
            <pc:sldMk cId="3806748296" sldId="266"/>
            <ac:picMk id="11" creationId="{F9D93D56-EDDC-744D-8FEF-B1FAEA4FF1EE}"/>
          </ac:picMkLst>
        </pc:picChg>
        <pc:picChg chg="add mod">
          <ac:chgData name="Megh Malvankar" userId="c4f20e5b56fb5963" providerId="LiveId" clId="{3A52CEB0-9DF3-4DBF-A89C-77B2345323EF}" dt="2026-08-07T07:43:32.426" v="1847" actId="1076"/>
          <ac:picMkLst>
            <pc:docMk/>
            <pc:sldMk cId="3806748296" sldId="266"/>
            <ac:picMk id="13" creationId="{9CBF00A3-F0D9-FB2F-8444-7FB1240FE1FF}"/>
          </ac:picMkLst>
        </pc:picChg>
      </pc:sldChg>
      <pc:sldChg chg="addSp delSp modSp mod">
        <pc:chgData name="Megh Malvankar" userId="c4f20e5b56fb5963" providerId="LiveId" clId="{3A52CEB0-9DF3-4DBF-A89C-77B2345323EF}" dt="2026-08-07T12:13:09.190" v="2012" actId="14100"/>
        <pc:sldMkLst>
          <pc:docMk/>
          <pc:sldMk cId="2456590541" sldId="267"/>
        </pc:sldMkLst>
        <pc:spChg chg="mod">
          <ac:chgData name="Megh Malvankar" userId="c4f20e5b56fb5963" providerId="LiveId" clId="{3A52CEB0-9DF3-4DBF-A89C-77B2345323EF}" dt="2026-08-07T12:06:58.775" v="1987" actId="14100"/>
          <ac:spMkLst>
            <pc:docMk/>
            <pc:sldMk cId="2456590541" sldId="267"/>
            <ac:spMk id="2" creationId="{0F730103-F3C5-0128-C418-25248E97995D}"/>
          </ac:spMkLst>
        </pc:spChg>
        <pc:spChg chg="add mod">
          <ac:chgData name="Megh Malvankar" userId="c4f20e5b56fb5963" providerId="LiveId" clId="{3A52CEB0-9DF3-4DBF-A89C-77B2345323EF}" dt="2026-08-07T12:08:30.950" v="2009" actId="1076"/>
          <ac:spMkLst>
            <pc:docMk/>
            <pc:sldMk cId="2456590541" sldId="267"/>
            <ac:spMk id="9" creationId="{AA81751B-465A-00B8-3BA1-CC112C2E5F8C}"/>
          </ac:spMkLst>
        </pc:spChg>
        <pc:picChg chg="add del mod modCrop">
          <ac:chgData name="Megh Malvankar" userId="c4f20e5b56fb5963" providerId="LiveId" clId="{3A52CEB0-9DF3-4DBF-A89C-77B2345323EF}" dt="2026-08-07T12:13:09.190" v="2012" actId="14100"/>
          <ac:picMkLst>
            <pc:docMk/>
            <pc:sldMk cId="2456590541" sldId="267"/>
            <ac:picMk id="5" creationId="{D2418F54-B785-262D-D2B7-C6AA53176894}"/>
          </ac:picMkLst>
        </pc:picChg>
      </pc:sldChg>
      <pc:sldChg chg="addSp delSp modSp new mod">
        <pc:chgData name="Megh Malvankar" userId="c4f20e5b56fb5963" providerId="LiveId" clId="{3A52CEB0-9DF3-4DBF-A89C-77B2345323EF}" dt="2026-08-15T16:18:02.865" v="2819" actId="2710"/>
        <pc:sldMkLst>
          <pc:docMk/>
          <pc:sldMk cId="1573637680" sldId="271"/>
        </pc:sldMkLst>
        <pc:spChg chg="mod">
          <ac:chgData name="Megh Malvankar" userId="c4f20e5b56fb5963" providerId="LiveId" clId="{3A52CEB0-9DF3-4DBF-A89C-77B2345323EF}" dt="2026-08-07T12:23:06.605" v="2092" actId="14100"/>
          <ac:spMkLst>
            <pc:docMk/>
            <pc:sldMk cId="1573637680" sldId="271"/>
            <ac:spMk id="2" creationId="{DC72A063-B943-9C49-29ED-567B979F5B76}"/>
          </ac:spMkLst>
        </pc:spChg>
        <pc:graphicFrameChg chg="add mod modGraphic">
          <ac:chgData name="Megh Malvankar" userId="c4f20e5b56fb5963" providerId="LiveId" clId="{3A52CEB0-9DF3-4DBF-A89C-77B2345323EF}" dt="2026-08-15T16:18:02.865" v="2819" actId="2710"/>
          <ac:graphicFrameMkLst>
            <pc:docMk/>
            <pc:sldMk cId="1573637680" sldId="271"/>
            <ac:graphicFrameMk id="6" creationId="{8B3DBB52-438D-BB9A-6F11-9D56E9A1B944}"/>
          </ac:graphicFrameMkLst>
        </pc:graphicFrameChg>
      </pc:sldChg>
      <pc:sldChg chg="addSp delSp modSp new mod">
        <pc:chgData name="Megh Malvankar" userId="c4f20e5b56fb5963" providerId="LiveId" clId="{3A52CEB0-9DF3-4DBF-A89C-77B2345323EF}" dt="2026-08-15T16:16:33.430" v="2813" actId="20577"/>
        <pc:sldMkLst>
          <pc:docMk/>
          <pc:sldMk cId="113143771" sldId="272"/>
        </pc:sldMkLst>
        <pc:spChg chg="mod">
          <ac:chgData name="Megh Malvankar" userId="c4f20e5b56fb5963" providerId="LiveId" clId="{3A52CEB0-9DF3-4DBF-A89C-77B2345323EF}" dt="2026-08-15T16:16:33.430" v="2813" actId="20577"/>
          <ac:spMkLst>
            <pc:docMk/>
            <pc:sldMk cId="113143771" sldId="272"/>
            <ac:spMk id="2" creationId="{D7BD2BA8-5669-57BB-5607-F78A048533CE}"/>
          </ac:spMkLst>
        </pc:spChg>
        <pc:graphicFrameChg chg="add mod ord modGraphic">
          <ac:chgData name="Megh Malvankar" userId="c4f20e5b56fb5963" providerId="LiveId" clId="{3A52CEB0-9DF3-4DBF-A89C-77B2345323EF}" dt="2026-08-11T14:30:23.257" v="2768" actId="2710"/>
          <ac:graphicFrameMkLst>
            <pc:docMk/>
            <pc:sldMk cId="113143771" sldId="272"/>
            <ac:graphicFrameMk id="4" creationId="{F1CAC7CF-DD11-6E7E-2804-64D304D13184}"/>
          </ac:graphicFrameMkLst>
        </pc:graphicFrameChg>
      </pc:sldChg>
      <pc:sldChg chg="addSp delSp modSp add mod">
        <pc:chgData name="Megh Malvankar" userId="c4f20e5b56fb5963" providerId="LiveId" clId="{3A52CEB0-9DF3-4DBF-A89C-77B2345323EF}" dt="2026-08-07T06:40:39.815" v="1757"/>
        <pc:sldMkLst>
          <pc:docMk/>
          <pc:sldMk cId="3643531990" sldId="273"/>
        </pc:sldMkLst>
        <pc:spChg chg="mod">
          <ac:chgData name="Megh Malvankar" userId="c4f20e5b56fb5963" providerId="LiveId" clId="{3A52CEB0-9DF3-4DBF-A89C-77B2345323EF}" dt="2026-08-07T06:40:39.815" v="1757"/>
          <ac:spMkLst>
            <pc:docMk/>
            <pc:sldMk cId="3643531990" sldId="273"/>
            <ac:spMk id="2" creationId="{487BCFA5-4B0A-56C4-275D-36D899BCE5DF}"/>
          </ac:spMkLst>
        </pc:spChg>
        <pc:spChg chg="mod">
          <ac:chgData name="Megh Malvankar" userId="c4f20e5b56fb5963" providerId="LiveId" clId="{3A52CEB0-9DF3-4DBF-A89C-77B2345323EF}" dt="2026-08-07T06:38:53.761" v="1728"/>
          <ac:spMkLst>
            <pc:docMk/>
            <pc:sldMk cId="3643531990" sldId="273"/>
            <ac:spMk id="3" creationId="{091B23B6-709B-95EB-E5FE-CE0E9FAC0156}"/>
          </ac:spMkLst>
        </pc:spChg>
        <pc:spChg chg="add mod">
          <ac:chgData name="Megh Malvankar" userId="c4f20e5b56fb5963" providerId="LiveId" clId="{3A52CEB0-9DF3-4DBF-A89C-77B2345323EF}" dt="2026-08-07T06:06:17.669" v="1514" actId="1076"/>
          <ac:spMkLst>
            <pc:docMk/>
            <pc:sldMk cId="3643531990" sldId="273"/>
            <ac:spMk id="4" creationId="{6D909A76-0732-D808-0E83-3D36E2621CB4}"/>
          </ac:spMkLst>
        </pc:spChg>
        <pc:spChg chg="add mod">
          <ac:chgData name="Megh Malvankar" userId="c4f20e5b56fb5963" providerId="LiveId" clId="{3A52CEB0-9DF3-4DBF-A89C-77B2345323EF}" dt="2026-08-07T06:08:38.015" v="1532" actId="1076"/>
          <ac:spMkLst>
            <pc:docMk/>
            <pc:sldMk cId="3643531990" sldId="273"/>
            <ac:spMk id="6" creationId="{6EE4E783-184A-94A2-B956-36D51E09B62A}"/>
          </ac:spMkLst>
        </pc:spChg>
        <pc:spChg chg="add mod">
          <ac:chgData name="Megh Malvankar" userId="c4f20e5b56fb5963" providerId="LiveId" clId="{3A52CEB0-9DF3-4DBF-A89C-77B2345323EF}" dt="2026-08-07T06:06:10.342" v="1512" actId="1076"/>
          <ac:spMkLst>
            <pc:docMk/>
            <pc:sldMk cId="3643531990" sldId="273"/>
            <ac:spMk id="8" creationId="{00F66951-6DC3-A9A4-D919-F88EF9C57F71}"/>
          </ac:spMkLst>
        </pc:spChg>
        <pc:spChg chg="add mod">
          <ac:chgData name="Megh Malvankar" userId="c4f20e5b56fb5963" providerId="LiveId" clId="{3A52CEB0-9DF3-4DBF-A89C-77B2345323EF}" dt="2026-08-07T06:08:21.230" v="1530" actId="1076"/>
          <ac:spMkLst>
            <pc:docMk/>
            <pc:sldMk cId="3643531990" sldId="273"/>
            <ac:spMk id="10" creationId="{8AEC9D5F-F618-D795-4FA7-289235EB66D2}"/>
          </ac:spMkLst>
        </pc:spChg>
        <pc:spChg chg="add mod">
          <ac:chgData name="Megh Malvankar" userId="c4f20e5b56fb5963" providerId="LiveId" clId="{3A52CEB0-9DF3-4DBF-A89C-77B2345323EF}" dt="2026-08-07T06:09:49.282" v="1543" actId="1076"/>
          <ac:spMkLst>
            <pc:docMk/>
            <pc:sldMk cId="3643531990" sldId="273"/>
            <ac:spMk id="12" creationId="{E98B41F1-187C-FFEF-087F-1033D7EEB02F}"/>
          </ac:spMkLst>
        </pc:spChg>
        <pc:spChg chg="add mod">
          <ac:chgData name="Megh Malvankar" userId="c4f20e5b56fb5963" providerId="LiveId" clId="{3A52CEB0-9DF3-4DBF-A89C-77B2345323EF}" dt="2026-08-07T06:10:48.617" v="1553" actId="1076"/>
          <ac:spMkLst>
            <pc:docMk/>
            <pc:sldMk cId="3643531990" sldId="273"/>
            <ac:spMk id="14" creationId="{EB35AF58-8855-AD92-91BD-15CBA0D40242}"/>
          </ac:spMkLst>
        </pc:spChg>
        <pc:picChg chg="mod modCrop">
          <ac:chgData name="Megh Malvankar" userId="c4f20e5b56fb5963" providerId="LiveId" clId="{3A52CEB0-9DF3-4DBF-A89C-77B2345323EF}" dt="2026-08-07T06:08:43.534" v="1533" actId="1076"/>
          <ac:picMkLst>
            <pc:docMk/>
            <pc:sldMk cId="3643531990" sldId="273"/>
            <ac:picMk id="11" creationId="{84014C4E-F19C-E412-4EAE-4DB08DBB288C}"/>
          </ac:picMkLst>
        </pc:picChg>
        <pc:picChg chg="mod modCrop">
          <ac:chgData name="Megh Malvankar" userId="c4f20e5b56fb5963" providerId="LiveId" clId="{3A52CEB0-9DF3-4DBF-A89C-77B2345323EF}" dt="2026-08-07T06:06:12.581" v="1513" actId="1076"/>
          <ac:picMkLst>
            <pc:docMk/>
            <pc:sldMk cId="3643531990" sldId="273"/>
            <ac:picMk id="13" creationId="{44461528-3DF2-2FE0-D9EB-BD4386C7B642}"/>
          </ac:picMkLst>
        </pc:picChg>
        <pc:picChg chg="mod modCrop">
          <ac:chgData name="Megh Malvankar" userId="c4f20e5b56fb5963" providerId="LiveId" clId="{3A52CEB0-9DF3-4DBF-A89C-77B2345323EF}" dt="2026-08-07T06:06:06.685" v="1511" actId="1076"/>
          <ac:picMkLst>
            <pc:docMk/>
            <pc:sldMk cId="3643531990" sldId="273"/>
            <ac:picMk id="15" creationId="{5D2405BE-D35E-2EBE-38FD-52BC895F385A}"/>
          </ac:picMkLst>
        </pc:picChg>
      </pc:sldChg>
      <pc:sldChg chg="addSp delSp modSp add mod">
        <pc:chgData name="Megh Malvankar" userId="c4f20e5b56fb5963" providerId="LiveId" clId="{3A52CEB0-9DF3-4DBF-A89C-77B2345323EF}" dt="2026-08-07T12:15:08.905" v="2026" actId="1076"/>
        <pc:sldMkLst>
          <pc:docMk/>
          <pc:sldMk cId="898280743" sldId="274"/>
        </pc:sldMkLst>
        <pc:spChg chg="mod">
          <ac:chgData name="Megh Malvankar" userId="c4f20e5b56fb5963" providerId="LiveId" clId="{3A52CEB0-9DF3-4DBF-A89C-77B2345323EF}" dt="2026-08-07T07:56:29.014" v="1931" actId="113"/>
          <ac:spMkLst>
            <pc:docMk/>
            <pc:sldMk cId="898280743" sldId="274"/>
            <ac:spMk id="3" creationId="{81A7B1A0-3BC0-1E60-EE79-47329976933D}"/>
          </ac:spMkLst>
        </pc:spChg>
        <pc:spChg chg="mod">
          <ac:chgData name="Megh Malvankar" userId="c4f20e5b56fb5963" providerId="LiveId" clId="{3A52CEB0-9DF3-4DBF-A89C-77B2345323EF}" dt="2026-08-07T07:50:13.928" v="1888" actId="255"/>
          <ac:spMkLst>
            <pc:docMk/>
            <pc:sldMk cId="898280743" sldId="274"/>
            <ac:spMk id="4" creationId="{6D6BE836-1656-A689-B02B-2246DD224E4A}"/>
          </ac:spMkLst>
        </pc:spChg>
        <pc:spChg chg="mod">
          <ac:chgData name="Megh Malvankar" userId="c4f20e5b56fb5963" providerId="LiveId" clId="{3A52CEB0-9DF3-4DBF-A89C-77B2345323EF}" dt="2026-08-07T07:50:08.362" v="1887" actId="255"/>
          <ac:spMkLst>
            <pc:docMk/>
            <pc:sldMk cId="898280743" sldId="274"/>
            <ac:spMk id="9" creationId="{EFE3D844-F242-C53E-526B-E3AD57983BB5}"/>
          </ac:spMkLst>
        </pc:spChg>
        <pc:picChg chg="add mod modCrop">
          <ac:chgData name="Megh Malvankar" userId="c4f20e5b56fb5963" providerId="LiveId" clId="{3A52CEB0-9DF3-4DBF-A89C-77B2345323EF}" dt="2026-08-07T12:15:08.905" v="2026" actId="1076"/>
          <ac:picMkLst>
            <pc:docMk/>
            <pc:sldMk cId="898280743" sldId="274"/>
            <ac:picMk id="7" creationId="{AA888955-AABD-171F-C12A-4ECAFD8C4365}"/>
          </ac:picMkLst>
        </pc:picChg>
        <pc:picChg chg="add mod">
          <ac:chgData name="Megh Malvankar" userId="c4f20e5b56fb5963" providerId="LiveId" clId="{3A52CEB0-9DF3-4DBF-A89C-77B2345323EF}" dt="2026-08-07T07:48:13.216" v="1874" actId="1076"/>
          <ac:picMkLst>
            <pc:docMk/>
            <pc:sldMk cId="898280743" sldId="274"/>
            <ac:picMk id="11" creationId="{4018888C-9AB1-0ED2-BB19-C3415D44AAE8}"/>
          </ac:picMkLst>
        </pc:picChg>
      </pc:sldChg>
      <pc:sldChg chg="addSp delSp modSp add mod">
        <pc:chgData name="Megh Malvankar" userId="c4f20e5b56fb5963" providerId="LiveId" clId="{3A52CEB0-9DF3-4DBF-A89C-77B2345323EF}" dt="2026-08-11T15:20:08.444" v="2773" actId="1076"/>
        <pc:sldMkLst>
          <pc:docMk/>
          <pc:sldMk cId="2639820420" sldId="275"/>
        </pc:sldMkLst>
        <pc:spChg chg="mod">
          <ac:chgData name="Megh Malvankar" userId="c4f20e5b56fb5963" providerId="LiveId" clId="{3A52CEB0-9DF3-4DBF-A89C-77B2345323EF}" dt="2026-08-07T12:14:45.606" v="2022" actId="20577"/>
          <ac:spMkLst>
            <pc:docMk/>
            <pc:sldMk cId="2639820420" sldId="275"/>
            <ac:spMk id="3" creationId="{D07843D3-930F-976B-78B2-423CDC8BFE5F}"/>
          </ac:spMkLst>
        </pc:spChg>
        <pc:spChg chg="mod">
          <ac:chgData name="Megh Malvankar" userId="c4f20e5b56fb5963" providerId="LiveId" clId="{3A52CEB0-9DF3-4DBF-A89C-77B2345323EF}" dt="2026-08-07T07:52:22.810" v="1901" actId="255"/>
          <ac:spMkLst>
            <pc:docMk/>
            <pc:sldMk cId="2639820420" sldId="275"/>
            <ac:spMk id="4" creationId="{81B645B7-2F4A-BE27-3231-F595F9B816DC}"/>
          </ac:spMkLst>
        </pc:spChg>
        <pc:spChg chg="mod">
          <ac:chgData name="Megh Malvankar" userId="c4f20e5b56fb5963" providerId="LiveId" clId="{3A52CEB0-9DF3-4DBF-A89C-77B2345323EF}" dt="2026-08-11T15:20:08.444" v="2773" actId="1076"/>
          <ac:spMkLst>
            <pc:docMk/>
            <pc:sldMk cId="2639820420" sldId="275"/>
            <ac:spMk id="9" creationId="{1D6BA4F2-F0AF-A016-CA1C-41D299FD6622}"/>
          </ac:spMkLst>
        </pc:spChg>
        <pc:picChg chg="add mod">
          <ac:chgData name="Megh Malvankar" userId="c4f20e5b56fb5963" providerId="LiveId" clId="{3A52CEB0-9DF3-4DBF-A89C-77B2345323EF}" dt="2026-08-07T12:15:07.729" v="2025" actId="1076"/>
          <ac:picMkLst>
            <pc:docMk/>
            <pc:sldMk cId="2639820420" sldId="275"/>
            <ac:picMk id="6" creationId="{AD765A73-7EDA-6F11-4ED0-5920EFCED0D1}"/>
          </ac:picMkLst>
        </pc:picChg>
        <pc:picChg chg="add mod modCrop">
          <ac:chgData name="Megh Malvankar" userId="c4f20e5b56fb5963" providerId="LiveId" clId="{3A52CEB0-9DF3-4DBF-A89C-77B2345323EF}" dt="2026-08-11T15:19:34.957" v="2771" actId="1076"/>
          <ac:picMkLst>
            <pc:docMk/>
            <pc:sldMk cId="2639820420" sldId="275"/>
            <ac:picMk id="10" creationId="{A098BB96-D8D9-1D1C-78DC-BCAAB6AF8930}"/>
          </ac:picMkLst>
        </pc:picChg>
      </pc:sldChg>
      <pc:sldChg chg="addSp delSp modSp add mod">
        <pc:chgData name="Megh Malvankar" userId="c4f20e5b56fb5963" providerId="LiveId" clId="{3A52CEB0-9DF3-4DBF-A89C-77B2345323EF}" dt="2026-08-07T13:00:07.548" v="2276" actId="14100"/>
        <pc:sldMkLst>
          <pc:docMk/>
          <pc:sldMk cId="3702672057" sldId="276"/>
        </pc:sldMkLst>
        <pc:spChg chg="mod">
          <ac:chgData name="Megh Malvankar" userId="c4f20e5b56fb5963" providerId="LiveId" clId="{3A52CEB0-9DF3-4DBF-A89C-77B2345323EF}" dt="2026-08-07T13:00:07.548" v="2276" actId="14100"/>
          <ac:spMkLst>
            <pc:docMk/>
            <pc:sldMk cId="3702672057" sldId="276"/>
            <ac:spMk id="2" creationId="{4B5AD3E7-B7FF-72A6-0DE3-A8C040F9EF8D}"/>
          </ac:spMkLst>
        </pc:spChg>
        <pc:spChg chg="add mod">
          <ac:chgData name="Megh Malvankar" userId="c4f20e5b56fb5963" providerId="LiveId" clId="{3A52CEB0-9DF3-4DBF-A89C-77B2345323EF}" dt="2026-08-07T12:55:23.515" v="2270" actId="20577"/>
          <ac:spMkLst>
            <pc:docMk/>
            <pc:sldMk cId="3702672057" sldId="276"/>
            <ac:spMk id="3" creationId="{F3BB444F-0DDD-A78A-524F-51040D9EED58}"/>
          </ac:spMkLst>
        </pc:spChg>
        <pc:spChg chg="add mod">
          <ac:chgData name="Megh Malvankar" userId="c4f20e5b56fb5963" providerId="LiveId" clId="{3A52CEB0-9DF3-4DBF-A89C-77B2345323EF}" dt="2026-08-07T12:52:33.037" v="2235" actId="255"/>
          <ac:spMkLst>
            <pc:docMk/>
            <pc:sldMk cId="3702672057" sldId="276"/>
            <ac:spMk id="4" creationId="{BD2B93BC-2106-B2AB-6ECE-ED8F135F866B}"/>
          </ac:spMkLst>
        </pc:spChg>
      </pc:sldChg>
      <pc:sldChg chg="addSp delSp modSp add mod">
        <pc:chgData name="Megh Malvankar" userId="c4f20e5b56fb5963" providerId="LiveId" clId="{3A52CEB0-9DF3-4DBF-A89C-77B2345323EF}" dt="2026-08-11T15:28:42.261" v="2780" actId="113"/>
        <pc:sldMkLst>
          <pc:docMk/>
          <pc:sldMk cId="372479023" sldId="277"/>
        </pc:sldMkLst>
        <pc:spChg chg="mod">
          <ac:chgData name="Megh Malvankar" userId="c4f20e5b56fb5963" providerId="LiveId" clId="{3A52CEB0-9DF3-4DBF-A89C-77B2345323EF}" dt="2026-08-07T14:24:03.724" v="2515" actId="14100"/>
          <ac:spMkLst>
            <pc:docMk/>
            <pc:sldMk cId="372479023" sldId="277"/>
            <ac:spMk id="2" creationId="{08779201-2F3B-3F2F-EF10-46E1A8ED3D39}"/>
          </ac:spMkLst>
        </pc:spChg>
        <pc:graphicFrameChg chg="add mod modGraphic">
          <ac:chgData name="Megh Malvankar" userId="c4f20e5b56fb5963" providerId="LiveId" clId="{3A52CEB0-9DF3-4DBF-A89C-77B2345323EF}" dt="2026-08-11T15:28:42.261" v="2780" actId="113"/>
          <ac:graphicFrameMkLst>
            <pc:docMk/>
            <pc:sldMk cId="372479023" sldId="277"/>
            <ac:graphicFrameMk id="7" creationId="{73468ADF-83AF-FF52-C40D-F78911A3F43D}"/>
          </ac:graphicFrameMkLst>
        </pc:graphicFrameChg>
      </pc:sldChg>
      <pc:sldChg chg="addSp modSp add mod">
        <pc:chgData name="Megh Malvankar" userId="c4f20e5b56fb5963" providerId="LiveId" clId="{3A52CEB0-9DF3-4DBF-A89C-77B2345323EF}" dt="2026-08-11T15:45:25.148" v="2786" actId="1076"/>
        <pc:sldMkLst>
          <pc:docMk/>
          <pc:sldMk cId="1243021328" sldId="278"/>
        </pc:sldMkLst>
        <pc:spChg chg="add mod">
          <ac:chgData name="Megh Malvankar" userId="c4f20e5b56fb5963" providerId="LiveId" clId="{3A52CEB0-9DF3-4DBF-A89C-77B2345323EF}" dt="2026-08-11T15:45:25.148" v="2786" actId="1076"/>
          <ac:spMkLst>
            <pc:docMk/>
            <pc:sldMk cId="1243021328" sldId="278"/>
            <ac:spMk id="3" creationId="{47B93E9E-2EB0-70BA-C757-80EE4793F86F}"/>
          </ac:spMkLst>
        </pc:spChg>
        <pc:graphicFrameChg chg="mod modGraphic">
          <ac:chgData name="Megh Malvankar" userId="c4f20e5b56fb5963" providerId="LiveId" clId="{3A52CEB0-9DF3-4DBF-A89C-77B2345323EF}" dt="2026-08-11T15:44:59.699" v="2785" actId="14734"/>
          <ac:graphicFrameMkLst>
            <pc:docMk/>
            <pc:sldMk cId="1243021328" sldId="278"/>
            <ac:graphicFrameMk id="7" creationId="{C9D3A67E-D6F8-69FC-1956-C50017912A72}"/>
          </ac:graphicFrameMkLst>
        </pc:graphicFrameChg>
      </pc:sldChg>
      <pc:sldChg chg="modSp add mod">
        <pc:chgData name="Megh Malvankar" userId="c4f20e5b56fb5963" providerId="LiveId" clId="{3A52CEB0-9DF3-4DBF-A89C-77B2345323EF}" dt="2026-08-07T14:45:11.932" v="2585" actId="1076"/>
        <pc:sldMkLst>
          <pc:docMk/>
          <pc:sldMk cId="1110748322" sldId="279"/>
        </pc:sldMkLst>
        <pc:spChg chg="mod">
          <ac:chgData name="Megh Malvankar" userId="c4f20e5b56fb5963" providerId="LiveId" clId="{3A52CEB0-9DF3-4DBF-A89C-77B2345323EF}" dt="2026-08-07T14:42:04.742" v="2572" actId="14100"/>
          <ac:spMkLst>
            <pc:docMk/>
            <pc:sldMk cId="1110748322" sldId="279"/>
            <ac:spMk id="2" creationId="{8B7AB96B-BB19-B3A0-0F1F-0D6E6B555DA9}"/>
          </ac:spMkLst>
        </pc:spChg>
        <pc:spChg chg="mod">
          <ac:chgData name="Megh Malvankar" userId="c4f20e5b56fb5963" providerId="LiveId" clId="{3A52CEB0-9DF3-4DBF-A89C-77B2345323EF}" dt="2026-08-07T14:45:11.932" v="2585" actId="1076"/>
          <ac:spMkLst>
            <pc:docMk/>
            <pc:sldMk cId="1110748322" sldId="279"/>
            <ac:spMk id="3" creationId="{1D0FCFF3-D70E-1090-B207-28391740C49E}"/>
          </ac:spMkLst>
        </pc:spChg>
      </pc:sldChg>
      <pc:sldChg chg="modSp add mod">
        <pc:chgData name="Megh Malvankar" userId="c4f20e5b56fb5963" providerId="LiveId" clId="{3A52CEB0-9DF3-4DBF-A89C-77B2345323EF}" dt="2026-08-07T14:47:54.972" v="2622" actId="14100"/>
        <pc:sldMkLst>
          <pc:docMk/>
          <pc:sldMk cId="1887824027" sldId="280"/>
        </pc:sldMkLst>
        <pc:spChg chg="mod">
          <ac:chgData name="Megh Malvankar" userId="c4f20e5b56fb5963" providerId="LiveId" clId="{3A52CEB0-9DF3-4DBF-A89C-77B2345323EF}" dt="2026-08-07T14:46:31.673" v="2613" actId="20577"/>
          <ac:spMkLst>
            <pc:docMk/>
            <pc:sldMk cId="1887824027" sldId="280"/>
            <ac:spMk id="2" creationId="{F1C6E7C9-C85F-10A2-5499-FA220E430F8B}"/>
          </ac:spMkLst>
        </pc:spChg>
        <pc:spChg chg="mod">
          <ac:chgData name="Megh Malvankar" userId="c4f20e5b56fb5963" providerId="LiveId" clId="{3A52CEB0-9DF3-4DBF-A89C-77B2345323EF}" dt="2026-08-07T14:47:54.972" v="2622" actId="14100"/>
          <ac:spMkLst>
            <pc:docMk/>
            <pc:sldMk cId="1887824027" sldId="280"/>
            <ac:spMk id="3" creationId="{412B6858-2049-1FF0-D720-93E47845D8CD}"/>
          </ac:spMkLst>
        </pc:spChg>
      </pc:sldChg>
      <pc:sldChg chg="delSp modSp new mod modAnim">
        <pc:chgData name="Megh Malvankar" userId="c4f20e5b56fb5963" providerId="LiveId" clId="{3A52CEB0-9DF3-4DBF-A89C-77B2345323EF}" dt="2026-08-10T14:49:44.726" v="2745"/>
        <pc:sldMkLst>
          <pc:docMk/>
          <pc:sldMk cId="1454721854" sldId="281"/>
        </pc:sldMkLst>
        <pc:spChg chg="mod">
          <ac:chgData name="Megh Malvankar" userId="c4f20e5b56fb5963" providerId="LiveId" clId="{3A52CEB0-9DF3-4DBF-A89C-77B2345323EF}" dt="2026-08-10T14:48:17.156" v="2735" actId="14100"/>
          <ac:spMkLst>
            <pc:docMk/>
            <pc:sldMk cId="1454721854" sldId="281"/>
            <ac:spMk id="3" creationId="{AB9F99C9-ED28-BEC7-BD8A-77F204A836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F2406-4436-4AB6-BFAA-8BE5815911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C35BE-2C3D-4CCA-AEB3-E5E0F6E914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20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C35BE-2C3D-4CCA-AEB3-E5E0F6E9142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7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C35BE-2C3D-4CCA-AEB3-E5E0F6E9142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941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C35BE-2C3D-4CCA-AEB3-E5E0F6E9142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74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05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93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60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73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9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082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62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06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445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36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350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5644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296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000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927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32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85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E111C28-A602-4EFB-A995-120619D5C0B4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5A5CE-ECC8-4CE2-B442-A65F8AC73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497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F357-4E69-DB85-00B9-FA7DE13E0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834" y="1164771"/>
            <a:ext cx="9998598" cy="2264229"/>
          </a:xfrm>
        </p:spPr>
        <p:txBody>
          <a:bodyPr/>
          <a:lstStyle/>
          <a:p>
            <a:r>
              <a:rPr lang="en-IN" sz="4800" b="1" dirty="0"/>
              <a:t>Food Delivery Demand Analysis Across Regions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127E3-BE2D-473D-2697-1169DC503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548743"/>
            <a:ext cx="9807212" cy="1182746"/>
          </a:xfrm>
        </p:spPr>
        <p:txBody>
          <a:bodyPr>
            <a:normAutofit fontScale="92500" lnSpcReduction="10000"/>
          </a:bodyPr>
          <a:lstStyle/>
          <a:p>
            <a:r>
              <a:rPr lang="en-IN" sz="3500" b="1" dirty="0"/>
              <a:t>Capstone Project – Presentation</a:t>
            </a:r>
          </a:p>
          <a:p>
            <a:r>
              <a:rPr lang="en-IN" sz="3500" b="1" dirty="0"/>
              <a:t>NIIT Data Analytics with GenAI </a:t>
            </a:r>
          </a:p>
          <a:p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D4F29-B03B-1712-FCF0-6FEDC55C7E86}"/>
              </a:ext>
            </a:extLst>
          </p:cNvPr>
          <p:cNvSpPr txBox="1"/>
          <p:nvPr/>
        </p:nvSpPr>
        <p:spPr>
          <a:xfrm>
            <a:off x="1229834" y="4816066"/>
            <a:ext cx="48661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Presented by :</a:t>
            </a: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Megh Malvankar.</a:t>
            </a:r>
          </a:p>
          <a:p>
            <a:r>
              <a:rPr lang="en-IN" sz="2000" b="1" dirty="0" err="1"/>
              <a:t>Enrollment</a:t>
            </a:r>
            <a:r>
              <a:rPr lang="en-IN" sz="2000" b="1" dirty="0"/>
              <a:t> ID 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EN12026093826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16C05-10A8-F400-4915-621B4CDBC91A}"/>
              </a:ext>
            </a:extLst>
          </p:cNvPr>
          <p:cNvSpPr txBox="1"/>
          <p:nvPr/>
        </p:nvSpPr>
        <p:spPr>
          <a:xfrm>
            <a:off x="6433457" y="4898571"/>
            <a:ext cx="479497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Guide/Mentor 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Sir, Ashish Rajput.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674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8BBEB-1FD9-378E-2EA5-889E5771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3F68-0409-F3AC-E659-8A94FB554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45021"/>
            <a:ext cx="10505365" cy="5029200"/>
          </a:xfrm>
        </p:spPr>
        <p:txBody>
          <a:bodyPr>
            <a:noAutofit/>
          </a:bodyPr>
          <a:lstStyle/>
          <a:p>
            <a:r>
              <a:rPr lang="en-IN" b="1" dirty="0"/>
              <a:t>Introduction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The Food Delivery Demand Analysis project aims to </a:t>
            </a:r>
            <a:r>
              <a:rPr lang="en-IN" dirty="0" err="1"/>
              <a:t>analyze</a:t>
            </a:r>
            <a:r>
              <a:rPr lang="en-IN" dirty="0"/>
              <a:t> customer orders, restaurant performance, delivery operations, and regional demand to generate meaningful business insights.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The project applies business analytics techniques using Excel, SQL, Python, Power BI, statistical analysis, and machine learning to support data-driven decision-making.</a:t>
            </a:r>
          </a:p>
          <a:p>
            <a:r>
              <a:rPr lang="en-IN" b="1" dirty="0"/>
              <a:t>Datasets Used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	Customers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	Orders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	Restaurants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	Delivery Partners </a:t>
            </a:r>
          </a:p>
        </p:txBody>
      </p:sp>
    </p:spTree>
    <p:extLst>
      <p:ext uri="{BB962C8B-B14F-4D97-AF65-F5344CB8AC3E}">
        <p14:creationId xmlns:p14="http://schemas.microsoft.com/office/powerpoint/2010/main" val="235947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A063-B943-9C49-29ED-567B979F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4711"/>
          </a:xfrm>
        </p:spPr>
        <p:txBody>
          <a:bodyPr/>
          <a:lstStyle/>
          <a:p>
            <a:r>
              <a:rPr lang="en-IN" sz="4000" b="1" dirty="0"/>
              <a:t>Dataset-Information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3DBB52-438D-BB9A-6F11-9D56E9A1B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07371"/>
              </p:ext>
            </p:extLst>
          </p:nvPr>
        </p:nvGraphicFramePr>
        <p:xfrm>
          <a:off x="646111" y="1741715"/>
          <a:ext cx="10870975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199">
                  <a:extLst>
                    <a:ext uri="{9D8B030D-6E8A-4147-A177-3AD203B41FA5}">
                      <a16:colId xmlns:a16="http://schemas.microsoft.com/office/drawing/2014/main" val="382143053"/>
                    </a:ext>
                  </a:extLst>
                </a:gridCol>
                <a:gridCol w="6282531">
                  <a:extLst>
                    <a:ext uri="{9D8B030D-6E8A-4147-A177-3AD203B41FA5}">
                      <a16:colId xmlns:a16="http://schemas.microsoft.com/office/drawing/2014/main" val="3977089780"/>
                    </a:ext>
                  </a:extLst>
                </a:gridCol>
                <a:gridCol w="1970245">
                  <a:extLst>
                    <a:ext uri="{9D8B030D-6E8A-4147-A177-3AD203B41FA5}">
                      <a16:colId xmlns:a16="http://schemas.microsoft.com/office/drawing/2014/main" val="1568567280"/>
                    </a:ext>
                  </a:extLst>
                </a:gridCol>
              </a:tblGrid>
              <a:tr h="30781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026511"/>
                  </a:ext>
                </a:extLst>
              </a:tr>
              <a:tr h="4498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b="1" dirty="0"/>
                        <a:t>Customers.xlsx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Customer_ID</a:t>
                      </a:r>
                      <a:r>
                        <a:rPr lang="en-IN" sz="1600" dirty="0"/>
                        <a:t>, Gender, </a:t>
                      </a:r>
                      <a:r>
                        <a:rPr lang="en-IN" sz="1600" dirty="0" err="1"/>
                        <a:t>Age_Group</a:t>
                      </a:r>
                      <a:r>
                        <a:rPr lang="en-IN" sz="1600" dirty="0"/>
                        <a:t>, Region, </a:t>
                      </a:r>
                      <a:r>
                        <a:rPr lang="en-IN" sz="1600" dirty="0" err="1"/>
                        <a:t>Customer_Type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Total_Orders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Average_Spend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Preferred_Cuisine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22,000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009501"/>
                  </a:ext>
                </a:extLst>
              </a:tr>
              <a:tr h="63931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/>
                        <a:t>Restaurants.xlsx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Restaurant_ID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Restaurant_Name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Cuisine_Type</a:t>
                      </a:r>
                      <a:r>
                        <a:rPr lang="en-IN" sz="1600" dirty="0"/>
                        <a:t>, Region, </a:t>
                      </a:r>
                      <a:r>
                        <a:rPr lang="en-IN" sz="1600" dirty="0" err="1"/>
                        <a:t>Avg_Preparation_Time_Minutes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Avg_Rating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Order_Capacity_Per_Day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550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85288"/>
                  </a:ext>
                </a:extLst>
              </a:tr>
              <a:tr h="828744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600" b="1" dirty="0"/>
                        <a:t>Delivery_Partners.xlsx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Delivery_Partner_ID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Partner_Name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Vehicle_Type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Avg_Delivery_Speed_KMPH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Successful_Deliveries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Delayed_Deliveries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Avg_Customer_Rating</a:t>
                      </a:r>
                      <a:r>
                        <a:rPr lang="en-IN" sz="1600" dirty="0"/>
                        <a:t>, Region, </a:t>
                      </a:r>
                      <a:r>
                        <a:rPr lang="en-IN" sz="1600" dirty="0" err="1"/>
                        <a:t>Delivery_Efficiency_Score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600" b="1" dirty="0"/>
                        <a:t>1,100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300698"/>
                  </a:ext>
                </a:extLst>
              </a:tr>
              <a:tr h="1018172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600" b="1" dirty="0"/>
                        <a:t>Orders.xlsx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Order_ID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Order_Date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Customer_ID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Restaurant_ID</a:t>
                      </a:r>
                      <a:r>
                        <a:rPr lang="en-IN" sz="1600" dirty="0"/>
                        <a:t>, Region, </a:t>
                      </a:r>
                      <a:r>
                        <a:rPr lang="en-IN" sz="1600" dirty="0" err="1"/>
                        <a:t>Delivery_Partner_ID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Order_Value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Delivery_Fee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Discount_Applied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Final_Amount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Payment_Mode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Order_Status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Delivery_Time_Minutes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Order_Rating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Festival_Flag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94,550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01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637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2BA8-5669-57BB-5607-F78A0485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930"/>
          </a:xfrm>
        </p:spPr>
        <p:txBody>
          <a:bodyPr/>
          <a:lstStyle/>
          <a:p>
            <a:r>
              <a:rPr lang="en-IN" sz="4000" b="1" dirty="0"/>
              <a:t>Objective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CAC7CF-DD11-6E7E-2804-64D304D131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670043"/>
              </p:ext>
            </p:extLst>
          </p:nvPr>
        </p:nvGraphicFramePr>
        <p:xfrm>
          <a:off x="357351" y="1240226"/>
          <a:ext cx="11420992" cy="5265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06">
                  <a:extLst>
                    <a:ext uri="{9D8B030D-6E8A-4147-A177-3AD203B41FA5}">
                      <a16:colId xmlns:a16="http://schemas.microsoft.com/office/drawing/2014/main" val="83246729"/>
                    </a:ext>
                  </a:extLst>
                </a:gridCol>
                <a:gridCol w="1996742">
                  <a:extLst>
                    <a:ext uri="{9D8B030D-6E8A-4147-A177-3AD203B41FA5}">
                      <a16:colId xmlns:a16="http://schemas.microsoft.com/office/drawing/2014/main" val="1602118218"/>
                    </a:ext>
                  </a:extLst>
                </a:gridCol>
                <a:gridCol w="5832674">
                  <a:extLst>
                    <a:ext uri="{9D8B030D-6E8A-4147-A177-3AD203B41FA5}">
                      <a16:colId xmlns:a16="http://schemas.microsoft.com/office/drawing/2014/main" val="1949236865"/>
                    </a:ext>
                  </a:extLst>
                </a:gridCol>
                <a:gridCol w="2316070">
                  <a:extLst>
                    <a:ext uri="{9D8B030D-6E8A-4147-A177-3AD203B41FA5}">
                      <a16:colId xmlns:a16="http://schemas.microsoft.com/office/drawing/2014/main" val="1857481900"/>
                    </a:ext>
                  </a:extLst>
                </a:gridCol>
              </a:tblGrid>
              <a:tr h="4037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Objective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Tools </a:t>
                      </a:r>
                      <a:r>
                        <a:rPr lang="en-IN" b="1" dirty="0"/>
                        <a:t>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645362"/>
                  </a:ext>
                </a:extLst>
              </a:tr>
              <a:tr h="79435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200" b="1" dirty="0"/>
                        <a:t>Regional Demand &amp; Business Performance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1" dirty="0"/>
                        <a:t>Task 1:</a:t>
                      </a:r>
                      <a:r>
                        <a:rPr lang="en-IN" sz="1100" dirty="0"/>
                        <a:t> Organize regional business information.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2:</a:t>
                      </a:r>
                      <a:r>
                        <a:rPr lang="en-IN" sz="1100" dirty="0"/>
                        <a:t> Summarize key business performance indicators.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3:</a:t>
                      </a:r>
                      <a:r>
                        <a:rPr lang="en-IN" sz="1100" dirty="0"/>
                        <a:t> Compare customer and regional performance.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4:</a:t>
                      </a:r>
                      <a:r>
                        <a:rPr lang="en-IN" sz="1100" dirty="0"/>
                        <a:t> Present trends using charts.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5:</a:t>
                      </a:r>
                      <a:r>
                        <a:rPr lang="en-IN" sz="1100" dirty="0"/>
                        <a:t> Create an interactive business dashboard.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 sz="1200" b="1" dirty="0"/>
                        <a:t>Microsoft Excel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817596"/>
                  </a:ext>
                </a:extLst>
              </a:tr>
              <a:tr h="83420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200" b="1" dirty="0"/>
                        <a:t>Business Data Management &amp; Query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Task 1:</a:t>
                      </a:r>
                      <a:r>
                        <a:rPr lang="en-IN" sz="1100" dirty="0"/>
                        <a:t> Create the business database.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2:</a:t>
                      </a:r>
                      <a:r>
                        <a:rPr lang="en-IN" sz="1100" dirty="0"/>
                        <a:t> Organize business information into tables.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3:</a:t>
                      </a:r>
                      <a:r>
                        <a:rPr lang="en-IN" sz="1100" dirty="0"/>
                        <a:t> Connect related business records.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4:</a:t>
                      </a:r>
                      <a:r>
                        <a:rPr lang="en-IN" sz="1100" dirty="0"/>
                        <a:t> Retrieve business information through queries.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5:</a:t>
                      </a:r>
                      <a:r>
                        <a:rPr lang="en-IN" sz="1100" dirty="0"/>
                        <a:t> </a:t>
                      </a:r>
                      <a:r>
                        <a:rPr lang="en-IN" sz="1100" dirty="0" err="1"/>
                        <a:t>Analyze</a:t>
                      </a:r>
                      <a:r>
                        <a:rPr lang="en-IN" sz="1100" dirty="0"/>
                        <a:t> operational performance using business reports.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 sz="1200" b="1" dirty="0"/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938599"/>
                  </a:ext>
                </a:extLst>
              </a:tr>
              <a:tr h="9846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200" b="1" dirty="0"/>
                        <a:t>Customer, Restaurant &amp; Delivery Performance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1" dirty="0"/>
                        <a:t>Task 1:</a:t>
                      </a:r>
                      <a:r>
                        <a:rPr lang="en-IN" sz="1100" dirty="0"/>
                        <a:t> Prepare business data for analysis.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2:</a:t>
                      </a:r>
                      <a:r>
                        <a:rPr lang="en-IN" sz="1100" dirty="0"/>
                        <a:t> Validate and understand the available information.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3:</a:t>
                      </a:r>
                      <a:r>
                        <a:rPr lang="en-IN" sz="1100" dirty="0"/>
                        <a:t> Combine business datasets into a unified view.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4:</a:t>
                      </a:r>
                      <a:r>
                        <a:rPr lang="en-IN" sz="1100" dirty="0"/>
                        <a:t> Discover business trends and patterns.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5:</a:t>
                      </a:r>
                      <a:r>
                        <a:rPr lang="en-IN" sz="1100" dirty="0"/>
                        <a:t> Present findings using charts and business insights.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6:</a:t>
                      </a:r>
                      <a:r>
                        <a:rPr lang="en-IN" sz="1100" dirty="0"/>
                        <a:t> Summarize analytical findings for decision-making.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 sz="1200" b="1" dirty="0"/>
                        <a:t>Python, Pandas, NumPy, Matplotlib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374226"/>
                  </a:ext>
                </a:extLst>
              </a:tr>
              <a:tr h="83420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200" b="1" dirty="0"/>
                        <a:t>Interactive Business Intelligence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1" dirty="0"/>
                        <a:t>Task 1:</a:t>
                      </a:r>
                      <a:r>
                        <a:rPr lang="en-IN" sz="1100" dirty="0"/>
                        <a:t> Import business datasets.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2:</a:t>
                      </a:r>
                      <a:r>
                        <a:rPr lang="en-IN" sz="1100" dirty="0"/>
                        <a:t> Connect related business information.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3:</a:t>
                      </a:r>
                      <a:r>
                        <a:rPr lang="en-IN" sz="1100" dirty="0"/>
                        <a:t> Develop key business performance measures.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4:</a:t>
                      </a:r>
                      <a:r>
                        <a:rPr lang="en-IN" sz="1100" dirty="0"/>
                        <a:t> Build an interactive management dashboard.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5:</a:t>
                      </a:r>
                      <a:r>
                        <a:rPr lang="en-IN" sz="1100" dirty="0"/>
                        <a:t> Present business insights for monitoring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 sz="1200" b="1" dirty="0"/>
                        <a:t>Power BI, Power Query, DAX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56976"/>
                  </a:ext>
                </a:extLst>
              </a:tr>
              <a:tr h="83420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200" b="1" dirty="0"/>
                        <a:t>Predictive Analytics &amp; Statistical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1" dirty="0"/>
                        <a:t>Task 1:</a:t>
                      </a:r>
                      <a:r>
                        <a:rPr lang="en-IN" sz="1100" dirty="0"/>
                        <a:t> Prepare business data for prediction.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2:</a:t>
                      </a:r>
                      <a:r>
                        <a:rPr lang="en-IN" sz="1100" dirty="0"/>
                        <a:t> Perform statistical evaluation of business information.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3:</a:t>
                      </a:r>
                      <a:r>
                        <a:rPr lang="en-IN" sz="1100" dirty="0"/>
                        <a:t> Select important business factors for prediction.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4:</a:t>
                      </a:r>
                      <a:r>
                        <a:rPr lang="en-IN" sz="1100" dirty="0"/>
                        <a:t> Develop and compare predictive models.</a:t>
                      </a:r>
                      <a:br>
                        <a:rPr lang="en-IN" sz="1100" dirty="0"/>
                      </a:br>
                      <a:r>
                        <a:rPr lang="en-IN" sz="1100" b="1" dirty="0"/>
                        <a:t>Task 5:</a:t>
                      </a:r>
                      <a:r>
                        <a:rPr lang="en-IN" sz="1100" dirty="0"/>
                        <a:t> Evaluate model performance and summarize business recommendations.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 sz="1200" b="1" dirty="0"/>
                        <a:t>Python, Scikit-learn, SciPy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410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43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205C-EA49-3B9E-FB0D-E4B75FD5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00264"/>
          </a:xfrm>
        </p:spPr>
        <p:txBody>
          <a:bodyPr/>
          <a:lstStyle/>
          <a:p>
            <a:r>
              <a:rPr lang="en-IN" sz="4000" b="1" dirty="0"/>
              <a:t>Project Flow Diagram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41D19C-BCC6-A7F7-51CF-1DFBBD65C373}"/>
              </a:ext>
            </a:extLst>
          </p:cNvPr>
          <p:cNvSpPr txBox="1"/>
          <p:nvPr/>
        </p:nvSpPr>
        <p:spPr>
          <a:xfrm>
            <a:off x="108857" y="1152983"/>
            <a:ext cx="11974286" cy="5290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4B2D5EE-B96A-69C5-5604-60A03624C841}"/>
              </a:ext>
            </a:extLst>
          </p:cNvPr>
          <p:cNvSpPr/>
          <p:nvPr/>
        </p:nvSpPr>
        <p:spPr>
          <a:xfrm>
            <a:off x="275659" y="1545919"/>
            <a:ext cx="1480457" cy="1400529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Food Delivery Datasets (Customers, Orders, Restaurants, Delivery Partners)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42E2401-CE01-AB77-DFF7-4770F3DD963D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1756116" y="2246184"/>
            <a:ext cx="385317" cy="70026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B06C1471-8A39-EB79-6375-F1D6C0BA8609}"/>
              </a:ext>
            </a:extLst>
          </p:cNvPr>
          <p:cNvSpPr/>
          <p:nvPr/>
        </p:nvSpPr>
        <p:spPr>
          <a:xfrm>
            <a:off x="2141433" y="2246183"/>
            <a:ext cx="1480457" cy="1400529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Objective 1 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Excel Analysis 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Cleaning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• Pivot Tables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• KPIs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• Dashboard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6FFB25B4-CA35-4E51-FE49-5CA37FEEAD5A}"/>
              </a:ext>
            </a:extLst>
          </p:cNvPr>
          <p:cNvSpPr/>
          <p:nvPr/>
        </p:nvSpPr>
        <p:spPr>
          <a:xfrm>
            <a:off x="4007208" y="2946447"/>
            <a:ext cx="1480457" cy="1400529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Objective 2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SQL Analysis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• Database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• SQL Queries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Joins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• Business Analysis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92C6B017-4827-A556-2063-9AE60C59CC52}"/>
              </a:ext>
            </a:extLst>
          </p:cNvPr>
          <p:cNvSpPr/>
          <p:nvPr/>
        </p:nvSpPr>
        <p:spPr>
          <a:xfrm>
            <a:off x="6057899" y="3646713"/>
            <a:ext cx="1665515" cy="1400529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Objective 3 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Python &amp; EDA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Validation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Merge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EDA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Charts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Insights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7F0000C2-87C3-E1AC-DBCA-FA44223E0BE8}"/>
              </a:ext>
            </a:extLst>
          </p:cNvPr>
          <p:cNvSpPr/>
          <p:nvPr/>
        </p:nvSpPr>
        <p:spPr>
          <a:xfrm>
            <a:off x="8203651" y="4346977"/>
            <a:ext cx="1469571" cy="1400530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Objective 4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Power BI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</a:t>
            </a:r>
            <a:r>
              <a:rPr lang="en-IN" sz="1050" b="1" dirty="0" err="1">
                <a:solidFill>
                  <a:schemeClr val="bg1"/>
                </a:solidFill>
              </a:rPr>
              <a:t>Modeling</a:t>
            </a:r>
            <a:endParaRPr lang="en-IN" sz="1050" b="1" dirty="0">
              <a:solidFill>
                <a:schemeClr val="bg1"/>
              </a:solidFill>
            </a:endParaRP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DAX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Dashboard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Insights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E866E8E0-8B47-E8B9-FA07-BB096FBCCA26}"/>
              </a:ext>
            </a:extLst>
          </p:cNvPr>
          <p:cNvSpPr/>
          <p:nvPr/>
        </p:nvSpPr>
        <p:spPr>
          <a:xfrm>
            <a:off x="10243455" y="5037594"/>
            <a:ext cx="1664765" cy="1400530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</a:rPr>
              <a:t>Objective 5 Machine Learning &amp; Statistical Analysis 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Statistics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• Feature Engineering 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• ML Models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</a:rPr>
              <a:t> • Evaluation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45801A4-1CBC-EB34-1827-829AE4CC0EF6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3621890" y="2946448"/>
            <a:ext cx="385318" cy="70026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0759523-B130-A72C-EA5F-290129B0A74F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5487665" y="3646712"/>
            <a:ext cx="570234" cy="70026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99503F6D-5C1D-ECD3-B279-64C19AA86EBF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723414" y="4346978"/>
            <a:ext cx="480237" cy="70026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3FC04CC-7BB4-0EB9-B95D-4A087125D528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9673222" y="5047242"/>
            <a:ext cx="570233" cy="69061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54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7207-F2B1-F18C-EE56-9C9151E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53" y="85060"/>
            <a:ext cx="9870081" cy="1063256"/>
          </a:xfrm>
        </p:spPr>
        <p:txBody>
          <a:bodyPr/>
          <a:lstStyle/>
          <a:p>
            <a:r>
              <a:rPr lang="en-IN" sz="3200" b="1" dirty="0"/>
              <a:t>Objective 1 : Regional Demand &amp; Business Performance Analysis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517BB6-350C-048E-6F78-378377888A5D}"/>
              </a:ext>
            </a:extLst>
          </p:cNvPr>
          <p:cNvGraphicFramePr>
            <a:graphicFrameLocks noGrp="1"/>
          </p:cNvGraphicFramePr>
          <p:nvPr/>
        </p:nvGraphicFramePr>
        <p:xfrm>
          <a:off x="1103313" y="3967639"/>
          <a:ext cx="8947150" cy="365760"/>
        </p:xfrm>
        <a:graphic>
          <a:graphicData uri="http://schemas.openxmlformats.org/drawingml/2006/table">
            <a:tbl>
              <a:tblPr/>
              <a:tblGrid>
                <a:gridCol w="8947150">
                  <a:extLst>
                    <a:ext uri="{9D8B030D-6E8A-4147-A177-3AD203B41FA5}">
                      <a16:colId xmlns:a16="http://schemas.microsoft.com/office/drawing/2014/main" val="2179393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05677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ADAA259-D8FE-3997-7597-138C31553BBC}"/>
              </a:ext>
            </a:extLst>
          </p:cNvPr>
          <p:cNvSpPr txBox="1"/>
          <p:nvPr/>
        </p:nvSpPr>
        <p:spPr>
          <a:xfrm>
            <a:off x="3358116" y="6405281"/>
            <a:ext cx="547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: Food Delivery Demand Analysis Dashboard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A2C0DEE-E0EA-78BA-4C8D-12C25E0AE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53" y="1148316"/>
            <a:ext cx="11814602" cy="52569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3359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F519-ED6F-CC1E-CD12-4A2BBFEBB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/>
              <a:t>Objective 1 :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CBE11-55BA-7EAB-04BE-C1F9FE7DB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48881"/>
            <a:ext cx="7275144" cy="3894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</a:rPr>
              <a:t>🔹</a:t>
            </a:r>
            <a:r>
              <a:rPr lang="en-IN" sz="1800" b="1" dirty="0"/>
              <a:t> Key Insights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sz="1600" b="1" dirty="0"/>
              <a:t>94,550 total orders </a:t>
            </a:r>
            <a:r>
              <a:rPr lang="en-IN" sz="1600" b="1" dirty="0" err="1"/>
              <a:t>analyzed</a:t>
            </a:r>
            <a:r>
              <a:rPr lang="en-IN" sz="1600" b="1" dirty="0"/>
              <a:t> across all regions.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sz="1600" b="1" dirty="0"/>
              <a:t>Urban region generated the highest total revenue.</a:t>
            </a:r>
            <a:endParaRPr lang="en-IN" sz="1600" dirty="0"/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sz="1600" b="1" dirty="0"/>
              <a:t>Urban region recorded the maximum number of customer orders.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sz="1600" b="1" dirty="0"/>
              <a:t>Chinese cuisine emerged as the most preferred cuisine.</a:t>
            </a:r>
            <a:r>
              <a:rPr lang="en-IN" sz="1600" dirty="0"/>
              <a:t> 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sz="1600" b="1" dirty="0"/>
              <a:t>Urban region achieved the highest average customer rating</a:t>
            </a:r>
            <a:r>
              <a:rPr lang="en-IN" sz="1600" dirty="0"/>
              <a:t>.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sz="1600" b="1" dirty="0"/>
              <a:t>Urban region recorded the highest delivery efficiency.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5076D-5A2A-727D-7B35-E5DFEE7A3ACD}"/>
              </a:ext>
            </a:extLst>
          </p:cNvPr>
          <p:cNvSpPr txBox="1"/>
          <p:nvPr/>
        </p:nvSpPr>
        <p:spPr>
          <a:xfrm>
            <a:off x="646111" y="5543508"/>
            <a:ext cx="1113900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🔹 Business Outcome</a:t>
            </a:r>
          </a:p>
          <a:p>
            <a:pPr lvl="1"/>
            <a:r>
              <a:rPr lang="en-IN" sz="1600" dirty="0"/>
              <a:t>The Excel dashboard provides a clear view of regional demand, customer </a:t>
            </a:r>
            <a:r>
              <a:rPr lang="en-IN" sz="1600" dirty="0" err="1"/>
              <a:t>behavior</a:t>
            </a:r>
            <a:r>
              <a:rPr lang="en-IN" sz="1600" dirty="0"/>
              <a:t>, restaurant performance, and delivery operations, supporting faster and data-driven business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30AB3-1887-6D4F-F3B6-3AA2B7EAF741}"/>
              </a:ext>
            </a:extLst>
          </p:cNvPr>
          <p:cNvSpPr txBox="1"/>
          <p:nvPr/>
        </p:nvSpPr>
        <p:spPr>
          <a:xfrm>
            <a:off x="7963786" y="1648881"/>
            <a:ext cx="38213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IN" b="1" dirty="0"/>
              <a:t>🔹 Tools Used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Microsoft Excel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Pivot Tables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Pivot Charts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KPI Cards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Slicers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23CB91-03EF-ACA1-CE27-6B7A9FC101B7}"/>
              </a:ext>
            </a:extLst>
          </p:cNvPr>
          <p:cNvSpPr txBox="1"/>
          <p:nvPr/>
        </p:nvSpPr>
        <p:spPr>
          <a:xfrm>
            <a:off x="7963787" y="3349256"/>
            <a:ext cx="392234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🔹 </a:t>
            </a:r>
            <a:r>
              <a:rPr lang="en-IN" b="1" dirty="0"/>
              <a:t>KPIs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Total Customers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Total Orders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Total Revenue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Average Order Value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Average Delivery Time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Average Customer Rating 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Average Delivery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19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2B64-EFE2-DEB3-87C8-CAFB1C9A0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/>
              <a:t>Objective 2 : Business Data Management &amp; Query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D2D86-C024-6C5C-3446-D7BFA008F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761106"/>
            <a:ext cx="4525583" cy="4955380"/>
          </a:xfrm>
        </p:spPr>
        <p:txBody>
          <a:bodyPr/>
          <a:lstStyle/>
          <a:p>
            <a:r>
              <a:rPr lang="en-IN" b="1" dirty="0"/>
              <a:t>Database Setup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4E4BDC-4DA9-D995-4AC8-4F7F54B25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2264230"/>
            <a:ext cx="3765289" cy="4304910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BBB3716E-6AAA-1BA3-0189-A04B7A1C09C5}"/>
              </a:ext>
            </a:extLst>
          </p:cNvPr>
          <p:cNvSpPr txBox="1">
            <a:spLocks/>
          </p:cNvSpPr>
          <p:nvPr/>
        </p:nvSpPr>
        <p:spPr>
          <a:xfrm>
            <a:off x="5769429" y="1761106"/>
            <a:ext cx="6324600" cy="5096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IN" b="1" dirty="0"/>
              <a:t>Data Import Verification</a:t>
            </a:r>
          </a:p>
          <a:p>
            <a:pPr marL="0" indent="0">
              <a:buFont typeface="Wingdings 3" charset="2"/>
              <a:buNone/>
            </a:pPr>
            <a:endParaRPr lang="en-IN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A11EB7-8A9E-1087-2826-CF5DEB563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09" r="74954"/>
          <a:stretch>
            <a:fillRect/>
          </a:stretch>
        </p:blipFill>
        <p:spPr>
          <a:xfrm>
            <a:off x="8329340" y="2513289"/>
            <a:ext cx="1762307" cy="56254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7832B5-9AE3-A6A4-089B-ADDCDEF991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03" r="75027"/>
          <a:stretch>
            <a:fillRect/>
          </a:stretch>
        </p:blipFill>
        <p:spPr>
          <a:xfrm>
            <a:off x="8300983" y="3636892"/>
            <a:ext cx="1965595" cy="5625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FB6A8E-3E64-06EC-62A3-B7CB23DA84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2" t="64198" r="74769" b="-410"/>
          <a:stretch>
            <a:fillRect/>
          </a:stretch>
        </p:blipFill>
        <p:spPr>
          <a:xfrm>
            <a:off x="8268325" y="4730740"/>
            <a:ext cx="2147595" cy="6133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E1BB3BD-5477-CBD1-8BA4-30788F5125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7" r="76665"/>
          <a:stretch>
            <a:fillRect/>
          </a:stretch>
        </p:blipFill>
        <p:spPr>
          <a:xfrm>
            <a:off x="8329340" y="5875411"/>
            <a:ext cx="1844271" cy="613364"/>
          </a:xfrm>
          <a:prstGeom prst="rect">
            <a:avLst/>
          </a:prstGeom>
        </p:spPr>
      </p:pic>
      <p:sp>
        <p:nvSpPr>
          <p:cNvPr id="27" name="Callout: Right Arrow 26">
            <a:extLst>
              <a:ext uri="{FF2B5EF4-FFF2-40B4-BE49-F238E27FC236}">
                <a16:creationId xmlns:a16="http://schemas.microsoft.com/office/drawing/2014/main" id="{0378F425-8472-7C6E-783C-B21B62E2A6D0}"/>
              </a:ext>
            </a:extLst>
          </p:cNvPr>
          <p:cNvSpPr/>
          <p:nvPr/>
        </p:nvSpPr>
        <p:spPr>
          <a:xfrm>
            <a:off x="6390504" y="2428863"/>
            <a:ext cx="1938836" cy="732773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solidFill>
                  <a:schemeClr val="bg1"/>
                </a:solidFill>
              </a:rPr>
              <a:t>Total Customers</a:t>
            </a:r>
          </a:p>
        </p:txBody>
      </p:sp>
      <p:sp>
        <p:nvSpPr>
          <p:cNvPr id="29" name="Callout: Right Arrow 28">
            <a:extLst>
              <a:ext uri="{FF2B5EF4-FFF2-40B4-BE49-F238E27FC236}">
                <a16:creationId xmlns:a16="http://schemas.microsoft.com/office/drawing/2014/main" id="{011322F0-BE88-F4C1-DAFA-DC6E0603BC16}"/>
              </a:ext>
            </a:extLst>
          </p:cNvPr>
          <p:cNvSpPr/>
          <p:nvPr/>
        </p:nvSpPr>
        <p:spPr>
          <a:xfrm>
            <a:off x="6390504" y="3574862"/>
            <a:ext cx="1938836" cy="732773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solidFill>
                  <a:schemeClr val="bg1"/>
                </a:solidFill>
              </a:rPr>
              <a:t>Total Restaurants</a:t>
            </a:r>
          </a:p>
        </p:txBody>
      </p:sp>
      <p:sp>
        <p:nvSpPr>
          <p:cNvPr id="31" name="Callout: Right Arrow 30">
            <a:extLst>
              <a:ext uri="{FF2B5EF4-FFF2-40B4-BE49-F238E27FC236}">
                <a16:creationId xmlns:a16="http://schemas.microsoft.com/office/drawing/2014/main" id="{B6C95E21-9BF4-4321-0C8B-E3118A635DFD}"/>
              </a:ext>
            </a:extLst>
          </p:cNvPr>
          <p:cNvSpPr/>
          <p:nvPr/>
        </p:nvSpPr>
        <p:spPr>
          <a:xfrm>
            <a:off x="6390505" y="4712661"/>
            <a:ext cx="1938835" cy="732773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Total Delivery Partners</a:t>
            </a:r>
          </a:p>
        </p:txBody>
      </p:sp>
      <p:sp>
        <p:nvSpPr>
          <p:cNvPr id="33" name="Callout: Right Arrow 32">
            <a:extLst>
              <a:ext uri="{FF2B5EF4-FFF2-40B4-BE49-F238E27FC236}">
                <a16:creationId xmlns:a16="http://schemas.microsoft.com/office/drawing/2014/main" id="{8C17A677-644B-5F5C-A3A4-06F0325CDD34}"/>
              </a:ext>
            </a:extLst>
          </p:cNvPr>
          <p:cNvSpPr/>
          <p:nvPr/>
        </p:nvSpPr>
        <p:spPr>
          <a:xfrm>
            <a:off x="6390505" y="5836366"/>
            <a:ext cx="1938835" cy="732773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>
                <a:solidFill>
                  <a:schemeClr val="bg1"/>
                </a:solidFill>
              </a:rPr>
              <a:t>Total Orders</a:t>
            </a:r>
          </a:p>
        </p:txBody>
      </p:sp>
    </p:spTree>
    <p:extLst>
      <p:ext uri="{BB962C8B-B14F-4D97-AF65-F5344CB8AC3E}">
        <p14:creationId xmlns:p14="http://schemas.microsoft.com/office/powerpoint/2010/main" val="232708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2D18-6555-8E35-5CF5-03209496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0396"/>
          </a:xfrm>
        </p:spPr>
        <p:txBody>
          <a:bodyPr/>
          <a:lstStyle/>
          <a:p>
            <a:r>
              <a:rPr lang="en-IN" sz="3200" b="1" dirty="0"/>
              <a:t>Objective 2 : Business Data Management &amp; Query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9E5D7-8C86-8FBB-1AFC-4DDE74196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1807028"/>
            <a:ext cx="11495313" cy="4963885"/>
          </a:xfrm>
        </p:spPr>
        <p:txBody>
          <a:bodyPr>
            <a:normAutofit/>
          </a:bodyPr>
          <a:lstStyle/>
          <a:p>
            <a:r>
              <a:rPr lang="en-IN" b="1" dirty="0"/>
              <a:t>Task 1 : </a:t>
            </a:r>
            <a:r>
              <a:rPr lang="en-IN" b="1" dirty="0" err="1"/>
              <a:t>Analyze</a:t>
            </a:r>
            <a:r>
              <a:rPr lang="en-IN" b="1" dirty="0"/>
              <a:t> Business Information Using SQL Queries.</a:t>
            </a:r>
          </a:p>
          <a:p>
            <a:pPr marL="0" indent="0">
              <a:buNone/>
            </a:pPr>
            <a:r>
              <a:rPr lang="en-IN" sz="1800" b="1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26B78-6CA6-53A2-9FCF-D70141957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84" r="29298"/>
          <a:stretch>
            <a:fillRect/>
          </a:stretch>
        </p:blipFill>
        <p:spPr>
          <a:xfrm>
            <a:off x="693339" y="2477499"/>
            <a:ext cx="3161699" cy="1309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EB1B95-67D8-A343-E2F9-0072F0441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02" r="31172"/>
          <a:stretch>
            <a:fillRect/>
          </a:stretch>
        </p:blipFill>
        <p:spPr>
          <a:xfrm>
            <a:off x="4550869" y="3311309"/>
            <a:ext cx="3161700" cy="13171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4DBEE5-6AED-3D96-566D-61174C8499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98" r="23591"/>
          <a:stretch>
            <a:fillRect/>
          </a:stretch>
        </p:blipFill>
        <p:spPr>
          <a:xfrm>
            <a:off x="8408400" y="2495005"/>
            <a:ext cx="3161700" cy="1274052"/>
          </a:xfrm>
          <a:prstGeom prst="rect">
            <a:avLst/>
          </a:prstGeom>
        </p:spPr>
      </p:pic>
      <p:sp>
        <p:nvSpPr>
          <p:cNvPr id="16" name="Callout: Up Arrow 15">
            <a:extLst>
              <a:ext uri="{FF2B5EF4-FFF2-40B4-BE49-F238E27FC236}">
                <a16:creationId xmlns:a16="http://schemas.microsoft.com/office/drawing/2014/main" id="{285A6E1E-9AF9-4E85-1F1F-FC6528452860}"/>
              </a:ext>
            </a:extLst>
          </p:cNvPr>
          <p:cNvSpPr/>
          <p:nvPr/>
        </p:nvSpPr>
        <p:spPr>
          <a:xfrm>
            <a:off x="983551" y="3842915"/>
            <a:ext cx="2581275" cy="866775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Orders by Region</a:t>
            </a:r>
          </a:p>
        </p:txBody>
      </p:sp>
      <p:sp>
        <p:nvSpPr>
          <p:cNvPr id="19" name="Callout: Down Arrow 18">
            <a:extLst>
              <a:ext uri="{FF2B5EF4-FFF2-40B4-BE49-F238E27FC236}">
                <a16:creationId xmlns:a16="http://schemas.microsoft.com/office/drawing/2014/main" id="{6BBEB3C1-011C-0DA2-A995-1825876178C8}"/>
              </a:ext>
            </a:extLst>
          </p:cNvPr>
          <p:cNvSpPr/>
          <p:nvPr/>
        </p:nvSpPr>
        <p:spPr>
          <a:xfrm>
            <a:off x="4702969" y="2444534"/>
            <a:ext cx="2857500" cy="866775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Customer Type Distribution</a:t>
            </a:r>
          </a:p>
        </p:txBody>
      </p:sp>
      <p:sp>
        <p:nvSpPr>
          <p:cNvPr id="20" name="Callout: Up Arrow 19">
            <a:extLst>
              <a:ext uri="{FF2B5EF4-FFF2-40B4-BE49-F238E27FC236}">
                <a16:creationId xmlns:a16="http://schemas.microsoft.com/office/drawing/2014/main" id="{1DC494DC-3735-A677-C21B-E9359C27DD9B}"/>
              </a:ext>
            </a:extLst>
          </p:cNvPr>
          <p:cNvSpPr/>
          <p:nvPr/>
        </p:nvSpPr>
        <p:spPr>
          <a:xfrm>
            <a:off x="8627175" y="3799930"/>
            <a:ext cx="2724150" cy="912839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Restaurants by Region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732319-F774-C9FA-1D70-6D2D7E2250DD}"/>
              </a:ext>
            </a:extLst>
          </p:cNvPr>
          <p:cNvSpPr txBox="1"/>
          <p:nvPr/>
        </p:nvSpPr>
        <p:spPr>
          <a:xfrm>
            <a:off x="413658" y="4782065"/>
            <a:ext cx="358139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Compared total customer orders across different regions.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regions with the highest customer demand.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D82B7A-BDFC-73B5-5067-58FE88442180}"/>
              </a:ext>
            </a:extLst>
          </p:cNvPr>
          <p:cNvSpPr txBox="1"/>
          <p:nvPr/>
        </p:nvSpPr>
        <p:spPr>
          <a:xfrm>
            <a:off x="4550869" y="4815590"/>
            <a:ext cx="323170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Analyzed</a:t>
            </a:r>
            <a:r>
              <a:rPr lang="en-IN" sz="1600" dirty="0"/>
              <a:t> the distribution of customer segments.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the largest customer group for business planning.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542E8-88E0-3DDD-70D9-C85A969E5E07}"/>
              </a:ext>
            </a:extLst>
          </p:cNvPr>
          <p:cNvSpPr txBox="1"/>
          <p:nvPr/>
        </p:nvSpPr>
        <p:spPr>
          <a:xfrm>
            <a:off x="8408400" y="4746584"/>
            <a:ext cx="31617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Compared the number of restaurants available in each region.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Evaluated restaurant availability across different markets.</a:t>
            </a:r>
          </a:p>
        </p:txBody>
      </p:sp>
    </p:spTree>
    <p:extLst>
      <p:ext uri="{BB962C8B-B14F-4D97-AF65-F5344CB8AC3E}">
        <p14:creationId xmlns:p14="http://schemas.microsoft.com/office/powerpoint/2010/main" val="193330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79FE-38C0-2B79-F8D6-FC0F0982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CFA5-4B0A-56C4-275D-36D899BC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0396"/>
          </a:xfrm>
        </p:spPr>
        <p:txBody>
          <a:bodyPr/>
          <a:lstStyle/>
          <a:p>
            <a:r>
              <a:rPr lang="en-IN" sz="3200" b="1" dirty="0"/>
              <a:t>Objective 2 : Business Data Management &amp; Query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B23B6-709B-95EB-E5FE-CE0E9FAC0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1741714"/>
            <a:ext cx="11495313" cy="5029199"/>
          </a:xfrm>
        </p:spPr>
        <p:txBody>
          <a:bodyPr>
            <a:normAutofit/>
          </a:bodyPr>
          <a:lstStyle/>
          <a:p>
            <a:r>
              <a:rPr lang="en-IN" b="1" dirty="0"/>
              <a:t>Task 1 : </a:t>
            </a:r>
            <a:r>
              <a:rPr lang="en-IN" b="1" dirty="0" err="1"/>
              <a:t>Analyze</a:t>
            </a:r>
            <a:r>
              <a:rPr lang="en-IN" b="1" dirty="0"/>
              <a:t> Business Information Using SQL Queries.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014C4E-F19C-E412-4EAE-4DB08DBB2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45" r="19321"/>
          <a:stretch>
            <a:fillRect/>
          </a:stretch>
        </p:blipFill>
        <p:spPr>
          <a:xfrm>
            <a:off x="4316744" y="3212650"/>
            <a:ext cx="3558512" cy="1691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461528-3DF2-2FE0-D9EB-BD4386C7B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96" r="44694"/>
          <a:stretch>
            <a:fillRect/>
          </a:stretch>
        </p:blipFill>
        <p:spPr>
          <a:xfrm>
            <a:off x="667192" y="2356758"/>
            <a:ext cx="3240090" cy="12083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2405BE-D35E-2EBE-38FD-52BC895F3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93" r="25304"/>
          <a:stretch>
            <a:fillRect/>
          </a:stretch>
        </p:blipFill>
        <p:spPr>
          <a:xfrm>
            <a:off x="8284718" y="2356758"/>
            <a:ext cx="3240090" cy="1208313"/>
          </a:xfrm>
          <a:prstGeom prst="rect">
            <a:avLst/>
          </a:prstGeom>
        </p:spPr>
      </p:pic>
      <p:sp>
        <p:nvSpPr>
          <p:cNvPr id="4" name="Callout: Up Arrow 3">
            <a:extLst>
              <a:ext uri="{FF2B5EF4-FFF2-40B4-BE49-F238E27FC236}">
                <a16:creationId xmlns:a16="http://schemas.microsoft.com/office/drawing/2014/main" id="{6D909A76-0732-D808-0E83-3D36E2621CB4}"/>
              </a:ext>
            </a:extLst>
          </p:cNvPr>
          <p:cNvSpPr/>
          <p:nvPr/>
        </p:nvSpPr>
        <p:spPr>
          <a:xfrm>
            <a:off x="943470" y="3565071"/>
            <a:ext cx="2687534" cy="1132114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Vehicle Type Distribution</a:t>
            </a:r>
          </a:p>
        </p:txBody>
      </p:sp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6EE4E783-184A-94A2-B956-36D51E09B62A}"/>
              </a:ext>
            </a:extLst>
          </p:cNvPr>
          <p:cNvSpPr/>
          <p:nvPr/>
        </p:nvSpPr>
        <p:spPr>
          <a:xfrm>
            <a:off x="4752233" y="2356758"/>
            <a:ext cx="2687534" cy="855892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Preferred Cuisine</a:t>
            </a:r>
          </a:p>
        </p:txBody>
      </p:sp>
      <p:sp>
        <p:nvSpPr>
          <p:cNvPr id="8" name="Callout: Up Arrow 7">
            <a:extLst>
              <a:ext uri="{FF2B5EF4-FFF2-40B4-BE49-F238E27FC236}">
                <a16:creationId xmlns:a16="http://schemas.microsoft.com/office/drawing/2014/main" id="{00F66951-6DC3-A9A4-D919-F88EF9C57F71}"/>
              </a:ext>
            </a:extLst>
          </p:cNvPr>
          <p:cNvSpPr/>
          <p:nvPr/>
        </p:nvSpPr>
        <p:spPr>
          <a:xfrm>
            <a:off x="8590817" y="3646375"/>
            <a:ext cx="2687534" cy="1088572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Payment Mode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EC9D5F-F618-D795-4FA7-289235EB66D2}"/>
              </a:ext>
            </a:extLst>
          </p:cNvPr>
          <p:cNvSpPr txBox="1"/>
          <p:nvPr/>
        </p:nvSpPr>
        <p:spPr>
          <a:xfrm>
            <a:off x="602304" y="4923915"/>
            <a:ext cx="324009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Compared delivery partners based on vehicle type.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the most frequently used delivery vehicle.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8B41F1-187C-FFEF-087F-1033D7EEB02F}"/>
              </a:ext>
            </a:extLst>
          </p:cNvPr>
          <p:cNvSpPr txBox="1"/>
          <p:nvPr/>
        </p:nvSpPr>
        <p:spPr>
          <a:xfrm>
            <a:off x="4316744" y="5011341"/>
            <a:ext cx="355851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Compared customer preferences across different cuisines.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the most popular cuisine among customers.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35AF58-8855-AD92-91BD-15CBA0D40242}"/>
              </a:ext>
            </a:extLst>
          </p:cNvPr>
          <p:cNvSpPr txBox="1"/>
          <p:nvPr/>
        </p:nvSpPr>
        <p:spPr>
          <a:xfrm>
            <a:off x="8349606" y="5047025"/>
            <a:ext cx="32400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 err="1"/>
              <a:t>Analyzed</a:t>
            </a:r>
            <a:r>
              <a:rPr lang="en-IN" sz="1600" dirty="0"/>
              <a:t> customer payment preferences.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the most frequently used payment method.</a:t>
            </a:r>
          </a:p>
        </p:txBody>
      </p:sp>
    </p:spTree>
    <p:extLst>
      <p:ext uri="{BB962C8B-B14F-4D97-AF65-F5344CB8AC3E}">
        <p14:creationId xmlns:p14="http://schemas.microsoft.com/office/powerpoint/2010/main" val="364353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2E8A-7D9C-624F-3E16-2FA57925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6" y="220728"/>
            <a:ext cx="9749747" cy="1245454"/>
          </a:xfrm>
        </p:spPr>
        <p:txBody>
          <a:bodyPr/>
          <a:lstStyle/>
          <a:p>
            <a:r>
              <a:rPr lang="en-IN" sz="3200" b="1" dirty="0"/>
              <a:t>Objective 2 : Business Data Management &amp; Query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CCA8-3AE7-9B78-7F4B-6C8A59248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061" y="1698172"/>
            <a:ext cx="11631875" cy="5125672"/>
          </a:xfrm>
        </p:spPr>
        <p:txBody>
          <a:bodyPr>
            <a:normAutofit/>
          </a:bodyPr>
          <a:lstStyle/>
          <a:p>
            <a:r>
              <a:rPr lang="en-IN" b="1" dirty="0"/>
              <a:t>Task 2 : Generate Business Performance Reports Using JOIN Operations.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98552-200D-67C6-8342-4F8027D41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6" y="3083311"/>
            <a:ext cx="4769547" cy="2336344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CD633D02-7175-007B-01F4-AD9EE0995334}"/>
              </a:ext>
            </a:extLst>
          </p:cNvPr>
          <p:cNvSpPr/>
          <p:nvPr/>
        </p:nvSpPr>
        <p:spPr>
          <a:xfrm>
            <a:off x="1436867" y="2158752"/>
            <a:ext cx="4096177" cy="924559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Delivery Partner Performance (JOIN)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CFEF02-B187-0A1D-070B-710CAEFDB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648" y="3083312"/>
            <a:ext cx="4717791" cy="2336344"/>
          </a:xfrm>
          <a:prstGeom prst="rect">
            <a:avLst/>
          </a:prstGeom>
        </p:spPr>
      </p:pic>
      <p:sp>
        <p:nvSpPr>
          <p:cNvPr id="13" name="Callout: Down Arrow 12">
            <a:extLst>
              <a:ext uri="{FF2B5EF4-FFF2-40B4-BE49-F238E27FC236}">
                <a16:creationId xmlns:a16="http://schemas.microsoft.com/office/drawing/2014/main" id="{55AFC100-7676-EA53-246E-BEB8B98C646F}"/>
              </a:ext>
            </a:extLst>
          </p:cNvPr>
          <p:cNvSpPr/>
          <p:nvPr/>
        </p:nvSpPr>
        <p:spPr>
          <a:xfrm>
            <a:off x="6658958" y="2158752"/>
            <a:ext cx="4003389" cy="924559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Customer Spending Analysis (JOIN)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D32CE2-DB2E-695B-D682-C93D46C7F2E3}"/>
              </a:ext>
            </a:extLst>
          </p:cNvPr>
          <p:cNvSpPr txBox="1"/>
          <p:nvPr/>
        </p:nvSpPr>
        <p:spPr>
          <a:xfrm>
            <a:off x="982795" y="5469627"/>
            <a:ext cx="492322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Combined delivery partner and order information using SQL JOIN.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Evaluated delivery performance based on completed orders and delivery time.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39CE66-D828-1331-56B2-2E86E46A59F2}"/>
              </a:ext>
            </a:extLst>
          </p:cNvPr>
          <p:cNvSpPr txBox="1"/>
          <p:nvPr/>
        </p:nvSpPr>
        <p:spPr>
          <a:xfrm>
            <a:off x="6285981" y="5491467"/>
            <a:ext cx="47644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Combined customer and order information using SQL JOIN.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customer spending patterns and purchasing behaviour.</a:t>
            </a:r>
          </a:p>
        </p:txBody>
      </p:sp>
    </p:spTree>
    <p:extLst>
      <p:ext uri="{BB962C8B-B14F-4D97-AF65-F5344CB8AC3E}">
        <p14:creationId xmlns:p14="http://schemas.microsoft.com/office/powerpoint/2010/main" val="1083552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4495-C619-5E2B-A6FD-C884B039C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86" y="250070"/>
            <a:ext cx="9861343" cy="1082169"/>
          </a:xfrm>
        </p:spPr>
        <p:txBody>
          <a:bodyPr/>
          <a:lstStyle/>
          <a:p>
            <a:r>
              <a:rPr lang="en-IN" sz="3200" b="1" dirty="0"/>
              <a:t>Objective 2 : Business Data Management &amp; Query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F7E72-7963-355B-8C59-E537BAD75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96" y="1534887"/>
            <a:ext cx="11277826" cy="4953000"/>
          </a:xfrm>
        </p:spPr>
        <p:txBody>
          <a:bodyPr>
            <a:normAutofit/>
          </a:bodyPr>
          <a:lstStyle/>
          <a:p>
            <a:r>
              <a:rPr lang="en-IN" b="1" dirty="0"/>
              <a:t>Task 3 : Generate Integrated Business Report.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72F16-F647-6153-4BE0-A75B7E8CD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9"/>
          <a:stretch>
            <a:fillRect/>
          </a:stretch>
        </p:blipFill>
        <p:spPr>
          <a:xfrm>
            <a:off x="522514" y="2610190"/>
            <a:ext cx="7642782" cy="2813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0FAB3C-23BA-220E-019A-7EE53E5F1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65296" y="2610189"/>
            <a:ext cx="3591426" cy="2813275"/>
          </a:xfrm>
          <a:prstGeom prst="rect">
            <a:avLst/>
          </a:prstGeom>
        </p:spPr>
      </p:pic>
      <p:sp>
        <p:nvSpPr>
          <p:cNvPr id="8" name="Callout: Down Arrow 7">
            <a:extLst>
              <a:ext uri="{FF2B5EF4-FFF2-40B4-BE49-F238E27FC236}">
                <a16:creationId xmlns:a16="http://schemas.microsoft.com/office/drawing/2014/main" id="{6EC15F65-3378-1309-6A5B-BDE2AD6BD9F4}"/>
              </a:ext>
            </a:extLst>
          </p:cNvPr>
          <p:cNvSpPr/>
          <p:nvPr/>
        </p:nvSpPr>
        <p:spPr>
          <a:xfrm>
            <a:off x="3009975" y="1952285"/>
            <a:ext cx="6259286" cy="657903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Complete Business Report (4-Table JOIN)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EF64E-4B99-E5E8-3FD5-A3271C394B7F}"/>
              </a:ext>
            </a:extLst>
          </p:cNvPr>
          <p:cNvSpPr txBox="1"/>
          <p:nvPr/>
        </p:nvSpPr>
        <p:spPr>
          <a:xfrm>
            <a:off x="522514" y="5626112"/>
            <a:ext cx="112342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Integrated customer, restaurant, order, and delivery data into a single report.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Generated a unified business view to support operational analysis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583247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B3703-76EC-3AA2-1038-D90CB7A1D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93491"/>
            <a:ext cx="9404723" cy="1245452"/>
          </a:xfrm>
        </p:spPr>
        <p:txBody>
          <a:bodyPr/>
          <a:lstStyle/>
          <a:p>
            <a:r>
              <a:rPr lang="en-IN" sz="3200" b="1" dirty="0"/>
              <a:t>Objective 3 : Customer, Restaurant &amp; Delivery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B1CB8-E4C5-388F-DBDB-74CCDD1FF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4514"/>
            <a:ext cx="12192000" cy="5573486"/>
          </a:xfrm>
        </p:spPr>
        <p:txBody>
          <a:bodyPr>
            <a:normAutofit/>
          </a:bodyPr>
          <a:lstStyle/>
          <a:p>
            <a:r>
              <a:rPr lang="en-IN" sz="1800" b="1" dirty="0"/>
              <a:t>Task 1 : Discover Business Trends and Patterns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90874-469C-BED8-E49E-656793452E31}"/>
              </a:ext>
            </a:extLst>
          </p:cNvPr>
          <p:cNvSpPr txBox="1"/>
          <p:nvPr/>
        </p:nvSpPr>
        <p:spPr>
          <a:xfrm>
            <a:off x="383873" y="5218500"/>
            <a:ext cx="56279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Revenue by Region</a:t>
            </a:r>
            <a:endParaRPr lang="en-IN" sz="16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Compared revenue generated across different regions.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the highest revenue-generating region.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5FB23-7E2A-7815-E717-086A3098ED0C}"/>
              </a:ext>
            </a:extLst>
          </p:cNvPr>
          <p:cNvSpPr txBox="1"/>
          <p:nvPr/>
        </p:nvSpPr>
        <p:spPr>
          <a:xfrm>
            <a:off x="6180212" y="5218500"/>
            <a:ext cx="57069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b="1" dirty="0"/>
              <a:t>Orders by Region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Compared customer order volume across regions.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the region with the highest customer demand.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D93D56-EDDC-744D-8FEF-B1FAEA4FF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89" y="1714501"/>
            <a:ext cx="5606400" cy="3428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BF00A3-F0D9-FB2F-8444-7FB1240F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212" y="1710360"/>
            <a:ext cx="5606400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48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0B534-1D41-88F7-69A4-4B65C558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77C0-B930-60FF-5994-30D857B7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93491"/>
            <a:ext cx="9404723" cy="1245452"/>
          </a:xfrm>
        </p:spPr>
        <p:txBody>
          <a:bodyPr/>
          <a:lstStyle/>
          <a:p>
            <a:r>
              <a:rPr lang="en-IN" sz="3200" b="1" dirty="0"/>
              <a:t>Objective 3 : Customer, Restaurant &amp; Delivery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B1A0-3BC0-1E60-EE79-473299769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4514"/>
            <a:ext cx="12192000" cy="5573486"/>
          </a:xfrm>
        </p:spPr>
        <p:txBody>
          <a:bodyPr>
            <a:normAutofit/>
          </a:bodyPr>
          <a:lstStyle/>
          <a:p>
            <a:r>
              <a:rPr lang="en-IN" sz="1800" b="1" dirty="0"/>
              <a:t>Task 2 : Present Findings Using Data Visualizations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BE836-1656-A689-B02B-2246DD224E4A}"/>
              </a:ext>
            </a:extLst>
          </p:cNvPr>
          <p:cNvSpPr txBox="1"/>
          <p:nvPr/>
        </p:nvSpPr>
        <p:spPr>
          <a:xfrm>
            <a:off x="405644" y="5218500"/>
            <a:ext cx="562791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b="1" dirty="0"/>
              <a:t>Customer Type Distribution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Compared different customer segments.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the dominant customer category.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E3D844-F242-C53E-526B-E3AD57983BB5}"/>
              </a:ext>
            </a:extLst>
          </p:cNvPr>
          <p:cNvSpPr txBox="1"/>
          <p:nvPr/>
        </p:nvSpPr>
        <p:spPr>
          <a:xfrm>
            <a:off x="6180212" y="5218500"/>
            <a:ext cx="570698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b="1" dirty="0"/>
              <a:t>Preferred Cuisine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 err="1"/>
              <a:t>Analyzed</a:t>
            </a:r>
            <a:r>
              <a:rPr lang="en-IN" sz="1600" dirty="0"/>
              <a:t> customer cuisine preferences.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the most popular cuisine.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888955-AABD-171F-C12A-4ECAFD8C4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7" t="6413" r="8368" b="7238"/>
          <a:stretch>
            <a:fillRect/>
          </a:stretch>
        </p:blipFill>
        <p:spPr>
          <a:xfrm>
            <a:off x="468085" y="1714500"/>
            <a:ext cx="5627915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18888C-9AB1-0ED2-BB19-C3415D44A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285" y="1710358"/>
            <a:ext cx="562791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80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574BB-FC67-6254-EEF8-7A259AE9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E0E99-65DE-4C0A-B57A-BDA018D5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93491"/>
            <a:ext cx="9404723" cy="1245452"/>
          </a:xfrm>
        </p:spPr>
        <p:txBody>
          <a:bodyPr/>
          <a:lstStyle/>
          <a:p>
            <a:r>
              <a:rPr lang="en-IN" sz="3200" b="1" dirty="0"/>
              <a:t>Objective 3 : Customer, Restaurant &amp; Delivery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843D3-930F-976B-78B2-423CDC8BF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4514"/>
            <a:ext cx="12192000" cy="5573486"/>
          </a:xfrm>
        </p:spPr>
        <p:txBody>
          <a:bodyPr>
            <a:normAutofit/>
          </a:bodyPr>
          <a:lstStyle/>
          <a:p>
            <a:r>
              <a:rPr lang="en-IN" sz="1800" b="1" dirty="0"/>
              <a:t>Task 3 : Business Insights &amp; Decision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645B7-2F4A-BE27-3231-F595F9B816DC}"/>
              </a:ext>
            </a:extLst>
          </p:cNvPr>
          <p:cNvSpPr txBox="1"/>
          <p:nvPr/>
        </p:nvSpPr>
        <p:spPr>
          <a:xfrm>
            <a:off x="405644" y="5218500"/>
            <a:ext cx="56279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b="1" dirty="0"/>
              <a:t>Delivery Efficiency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Compared delivery partner performance using efficiency scores.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the highest-performing delivery partners.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BA4F2-F0AF-A016-CA1C-41D299FD6622}"/>
              </a:ext>
            </a:extLst>
          </p:cNvPr>
          <p:cNvSpPr txBox="1"/>
          <p:nvPr/>
        </p:nvSpPr>
        <p:spPr>
          <a:xfrm>
            <a:off x="6230633" y="5238366"/>
            <a:ext cx="57069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b="1" dirty="0"/>
              <a:t>Payment Mode Distribution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Compared customer payment preferences.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the most frequently used payment method.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765A73-7EDA-6F11-4ED0-5920EFCED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73" y="1710358"/>
            <a:ext cx="5627916" cy="34372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98BB96-D8D9-1D1C-78DC-BCAAB6AF8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1" t="6612" r="7595" b="7879"/>
          <a:stretch>
            <a:fillRect/>
          </a:stretch>
        </p:blipFill>
        <p:spPr>
          <a:xfrm>
            <a:off x="6230633" y="1710358"/>
            <a:ext cx="5606145" cy="343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20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0103-F3C5-0128-C418-25248E979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3" y="93489"/>
            <a:ext cx="10232570" cy="1060397"/>
          </a:xfrm>
        </p:spPr>
        <p:txBody>
          <a:bodyPr/>
          <a:lstStyle/>
          <a:p>
            <a:r>
              <a:rPr lang="en-IN" sz="3200" b="1" dirty="0"/>
              <a:t>Objective 4 : Interactive Business Intelligence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18F54-B785-262D-D2B7-C6AA531768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280"/>
          <a:stretch>
            <a:fillRect/>
          </a:stretch>
        </p:blipFill>
        <p:spPr>
          <a:xfrm>
            <a:off x="250371" y="1153887"/>
            <a:ext cx="11658599" cy="5410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81751B-465A-00B8-3BA1-CC112C2E5F8C}"/>
              </a:ext>
            </a:extLst>
          </p:cNvPr>
          <p:cNvSpPr txBox="1"/>
          <p:nvPr/>
        </p:nvSpPr>
        <p:spPr>
          <a:xfrm>
            <a:off x="2854715" y="6521325"/>
            <a:ext cx="648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: Food Delivery Demand Analysis </a:t>
            </a:r>
            <a:r>
              <a:rPr lang="en-IN" dirty="0" err="1"/>
              <a:t>PowerBI</a:t>
            </a:r>
            <a:r>
              <a:rPr lang="en-IN" dirty="0"/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2456590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9313-4ADF-AAAA-24CF-7AC96FB8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D3E7-B7FF-72A6-0DE3-A8C040F9E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462209"/>
            <a:ext cx="9715500" cy="876734"/>
          </a:xfrm>
        </p:spPr>
        <p:txBody>
          <a:bodyPr/>
          <a:lstStyle/>
          <a:p>
            <a:r>
              <a:rPr lang="en-IN" sz="3200" b="1" dirty="0"/>
              <a:t>Objective 4 :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B444F-0DDD-A78A-524F-51040D9EE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562100"/>
            <a:ext cx="10787742" cy="2873829"/>
          </a:xfrm>
        </p:spPr>
        <p:txBody>
          <a:bodyPr>
            <a:normAutofit/>
          </a:bodyPr>
          <a:lstStyle/>
          <a:p>
            <a:r>
              <a:rPr lang="en-IN" b="1" dirty="0"/>
              <a:t>Key Insights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95K orders</a:t>
            </a:r>
            <a:r>
              <a:rPr lang="en-IN" dirty="0"/>
              <a:t> with an interactive Power BI dashboard. 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dirty="0"/>
              <a:t>Generated </a:t>
            </a:r>
            <a:r>
              <a:rPr lang="en-IN" b="1" dirty="0"/>
              <a:t>52.96M</a:t>
            </a:r>
            <a:r>
              <a:rPr lang="en-IN" dirty="0"/>
              <a:t> in total revenue from </a:t>
            </a:r>
            <a:r>
              <a:rPr lang="en-IN" b="1" dirty="0"/>
              <a:t>22K customers</a:t>
            </a:r>
            <a:r>
              <a:rPr lang="en-IN" dirty="0"/>
              <a:t>, </a:t>
            </a:r>
            <a:r>
              <a:rPr lang="en-IN" b="1" dirty="0"/>
              <a:t>550 restaurants</a:t>
            </a:r>
            <a:r>
              <a:rPr lang="en-IN" dirty="0"/>
              <a:t>, and </a:t>
            </a:r>
            <a:r>
              <a:rPr lang="en-IN" b="1" dirty="0"/>
              <a:t>1K delivery partners</a:t>
            </a:r>
            <a:r>
              <a:rPr lang="en-IN" dirty="0"/>
              <a:t>. 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b="1" dirty="0"/>
              <a:t>Chinese cuisine</a:t>
            </a:r>
            <a:r>
              <a:rPr lang="en-IN" dirty="0"/>
              <a:t> was the most popular, while </a:t>
            </a:r>
            <a:r>
              <a:rPr lang="en-IN" b="1" dirty="0"/>
              <a:t>UPI</a:t>
            </a:r>
            <a:r>
              <a:rPr lang="en-IN" dirty="0"/>
              <a:t> accounted for nearly </a:t>
            </a:r>
            <a:r>
              <a:rPr lang="en-IN" b="1" dirty="0"/>
              <a:t>50%</a:t>
            </a:r>
            <a:r>
              <a:rPr lang="en-IN" dirty="0"/>
              <a:t> of payments. 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b="1" dirty="0"/>
              <a:t>Urban regions</a:t>
            </a:r>
            <a:r>
              <a:rPr lang="en-IN" dirty="0"/>
              <a:t> recorded the highest revenue (</a:t>
            </a:r>
            <a:r>
              <a:rPr lang="en-IN" b="1" dirty="0"/>
              <a:t>17.71M</a:t>
            </a:r>
            <a:r>
              <a:rPr lang="en-IN" dirty="0"/>
              <a:t>) and </a:t>
            </a:r>
            <a:r>
              <a:rPr lang="en-IN" b="1" dirty="0"/>
              <a:t>31.6K orders</a:t>
            </a:r>
            <a:r>
              <a:rPr lang="en-IN" dirty="0"/>
              <a:t>. 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IN" b="1" dirty="0"/>
              <a:t>Bike</a:t>
            </a:r>
            <a:r>
              <a:rPr lang="en-IN" dirty="0"/>
              <a:t> was the primary delivery mode, with an average delivery time of </a:t>
            </a:r>
            <a:r>
              <a:rPr lang="en-IN" b="1" dirty="0"/>
              <a:t>35.5 minutes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B93BC-2106-B2AB-6ECE-ED8F135F866B}"/>
              </a:ext>
            </a:extLst>
          </p:cNvPr>
          <p:cNvSpPr txBox="1"/>
          <p:nvPr/>
        </p:nvSpPr>
        <p:spPr>
          <a:xfrm>
            <a:off x="702129" y="4887686"/>
            <a:ext cx="1078774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🔹 </a:t>
            </a:r>
            <a:r>
              <a:rPr lang="en-IN" sz="2000" b="1" dirty="0"/>
              <a:t>Business Outcome</a:t>
            </a:r>
          </a:p>
          <a:p>
            <a:pPr lvl="1"/>
            <a:r>
              <a:rPr lang="en-IN" dirty="0"/>
              <a:t>The dashboard consolidates sales, customers, restaurants, deliveries, and payment insights into a single interactive view, enabling faster performance tracking and data-driven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672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06843-E329-DAC3-10A1-26DFF5F7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9201-2F3B-3F2F-EF10-46E1A8ED3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7" y="207154"/>
            <a:ext cx="10080172" cy="946732"/>
          </a:xfrm>
        </p:spPr>
        <p:txBody>
          <a:bodyPr/>
          <a:lstStyle/>
          <a:p>
            <a:r>
              <a:rPr lang="en-IN" sz="3200" b="1" dirty="0"/>
              <a:t>Objective 5 : Predictive Analytics &amp; Statistical Evaluation</a:t>
            </a:r>
            <a:br>
              <a:rPr lang="en-IN" sz="3200" b="1" dirty="0"/>
            </a:br>
            <a:endParaRPr lang="en-IN" sz="32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468ADF-83AF-FF52-C40D-F78911A3F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860280"/>
              </p:ext>
            </p:extLst>
          </p:nvPr>
        </p:nvGraphicFramePr>
        <p:xfrm>
          <a:off x="337457" y="1295401"/>
          <a:ext cx="11473542" cy="4832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838">
                  <a:extLst>
                    <a:ext uri="{9D8B030D-6E8A-4147-A177-3AD203B41FA5}">
                      <a16:colId xmlns:a16="http://schemas.microsoft.com/office/drawing/2014/main" val="2393441427"/>
                    </a:ext>
                  </a:extLst>
                </a:gridCol>
                <a:gridCol w="1943466">
                  <a:extLst>
                    <a:ext uri="{9D8B030D-6E8A-4147-A177-3AD203B41FA5}">
                      <a16:colId xmlns:a16="http://schemas.microsoft.com/office/drawing/2014/main" val="1249076124"/>
                    </a:ext>
                  </a:extLst>
                </a:gridCol>
                <a:gridCol w="2487562">
                  <a:extLst>
                    <a:ext uri="{9D8B030D-6E8A-4147-A177-3AD203B41FA5}">
                      <a16:colId xmlns:a16="http://schemas.microsoft.com/office/drawing/2014/main" val="3662025950"/>
                    </a:ext>
                  </a:extLst>
                </a:gridCol>
                <a:gridCol w="2252991">
                  <a:extLst>
                    <a:ext uri="{9D8B030D-6E8A-4147-A177-3AD203B41FA5}">
                      <a16:colId xmlns:a16="http://schemas.microsoft.com/office/drawing/2014/main" val="1839371056"/>
                    </a:ext>
                  </a:extLst>
                </a:gridCol>
                <a:gridCol w="3363685">
                  <a:extLst>
                    <a:ext uri="{9D8B030D-6E8A-4147-A177-3AD203B41FA5}">
                      <a16:colId xmlns:a16="http://schemas.microsoft.com/office/drawing/2014/main" val="1314789110"/>
                    </a:ext>
                  </a:extLst>
                </a:gridCol>
              </a:tblGrid>
              <a:tr h="5343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/>
                        <a:t>Business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/>
                        <a:t>Business 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207905"/>
                  </a:ext>
                </a:extLst>
              </a:tr>
              <a:tr h="487866">
                <a:tc>
                  <a:txBody>
                    <a:bodyPr/>
                    <a:lstStyle/>
                    <a:p>
                      <a:r>
                        <a:rPr lang="en-IN" dirty="0"/>
                        <a:t>Statistical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Descriptive 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Summarize business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94,550</a:t>
                      </a:r>
                      <a:r>
                        <a:rPr lang="en-IN" dirty="0"/>
                        <a:t> records </a:t>
                      </a:r>
                      <a:r>
                        <a:rPr lang="en-IN" dirty="0" err="1"/>
                        <a:t>analyzed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is complete and suitable for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057300"/>
                  </a:ext>
                </a:extLst>
              </a:tr>
              <a:tr h="696951">
                <a:tc>
                  <a:txBody>
                    <a:bodyPr/>
                    <a:lstStyle/>
                    <a:p>
                      <a:r>
                        <a:rPr lang="en-IN" dirty="0"/>
                        <a:t>Statistical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Correlation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Measure relationships among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Correlation Matrix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Most business variables showed weak to moderate relationships.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434127"/>
                  </a:ext>
                </a:extLst>
              </a:tr>
              <a:tr h="696951">
                <a:tc>
                  <a:txBody>
                    <a:bodyPr/>
                    <a:lstStyle/>
                    <a:p>
                      <a:r>
                        <a:rPr lang="en-IN" dirty="0"/>
                        <a:t>Statistical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Revenue by Customer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Compare customer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Returning: </a:t>
                      </a:r>
                      <a:r>
                        <a:rPr lang="en-IN" b="1" dirty="0"/>
                        <a:t>560.83</a:t>
                      </a:r>
                      <a:r>
                        <a:rPr lang="en-IN" dirty="0"/>
                        <a:t>, New: </a:t>
                      </a:r>
                      <a:r>
                        <a:rPr lang="en-IN" b="1" dirty="0"/>
                        <a:t>559.75</a:t>
                      </a:r>
                      <a:r>
                        <a:rPr lang="en-IN" dirty="0"/>
                        <a:t>, Loyal: </a:t>
                      </a:r>
                      <a:r>
                        <a:rPr lang="en-IN" b="1" dirty="0"/>
                        <a:t>559.45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 spending is nearly consistent across all customer types.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321652"/>
                  </a:ext>
                </a:extLst>
              </a:tr>
              <a:tr h="696951">
                <a:tc>
                  <a:txBody>
                    <a:bodyPr/>
                    <a:lstStyle/>
                    <a:p>
                      <a:r>
                        <a:rPr lang="en-IN" dirty="0"/>
                        <a:t>Statistical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Delivery Time by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Compare regional delivery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Metro: </a:t>
                      </a:r>
                      <a:r>
                        <a:rPr lang="en-IN" b="1" dirty="0"/>
                        <a:t>35.50</a:t>
                      </a:r>
                      <a:r>
                        <a:rPr lang="en-IN" dirty="0"/>
                        <a:t>, Semi-Urban: </a:t>
                      </a:r>
                      <a:r>
                        <a:rPr lang="en-IN" b="1" dirty="0"/>
                        <a:t>35.51</a:t>
                      </a:r>
                      <a:r>
                        <a:rPr lang="en-IN" dirty="0"/>
                        <a:t>, Urban: </a:t>
                      </a:r>
                      <a:r>
                        <a:rPr lang="en-IN" b="1" dirty="0"/>
                        <a:t>35.51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Delivery performance remains consistent across regions.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636289"/>
                  </a:ext>
                </a:extLst>
              </a:tr>
              <a:tr h="696951">
                <a:tc>
                  <a:txBody>
                    <a:bodyPr/>
                    <a:lstStyle/>
                    <a:p>
                      <a:r>
                        <a:rPr lang="en-IN" dirty="0"/>
                        <a:t>Statistical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Independent 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Compare Loyal vs New customer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 = </a:t>
                      </a:r>
                      <a:r>
                        <a:rPr lang="en-IN" b="1" dirty="0"/>
                        <a:t>0.8736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statistically significant difference was found.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445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79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AE78-1961-6036-1BBE-65BC73A3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3BE9-283D-F12C-9ECF-A8E53240F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7" y="462209"/>
            <a:ext cx="10080172" cy="713449"/>
          </a:xfrm>
        </p:spPr>
        <p:txBody>
          <a:bodyPr/>
          <a:lstStyle/>
          <a:p>
            <a:r>
              <a:rPr lang="en-IN" sz="3200" b="1" dirty="0"/>
              <a:t>Objective 5 : Conclusion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D3A67E-D6F8-69FC-1956-C50017912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771578"/>
              </p:ext>
            </p:extLst>
          </p:nvPr>
        </p:nvGraphicFramePr>
        <p:xfrm>
          <a:off x="337457" y="1295400"/>
          <a:ext cx="11473542" cy="3113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838">
                  <a:extLst>
                    <a:ext uri="{9D8B030D-6E8A-4147-A177-3AD203B41FA5}">
                      <a16:colId xmlns:a16="http://schemas.microsoft.com/office/drawing/2014/main" val="2393441427"/>
                    </a:ext>
                  </a:extLst>
                </a:gridCol>
                <a:gridCol w="1854976">
                  <a:extLst>
                    <a:ext uri="{9D8B030D-6E8A-4147-A177-3AD203B41FA5}">
                      <a16:colId xmlns:a16="http://schemas.microsoft.com/office/drawing/2014/main" val="1249076124"/>
                    </a:ext>
                  </a:extLst>
                </a:gridCol>
                <a:gridCol w="2487561">
                  <a:extLst>
                    <a:ext uri="{9D8B030D-6E8A-4147-A177-3AD203B41FA5}">
                      <a16:colId xmlns:a16="http://schemas.microsoft.com/office/drawing/2014/main" val="3662025950"/>
                    </a:ext>
                  </a:extLst>
                </a:gridCol>
                <a:gridCol w="2084439">
                  <a:extLst>
                    <a:ext uri="{9D8B030D-6E8A-4147-A177-3AD203B41FA5}">
                      <a16:colId xmlns:a16="http://schemas.microsoft.com/office/drawing/2014/main" val="1839371056"/>
                    </a:ext>
                  </a:extLst>
                </a:gridCol>
                <a:gridCol w="3620728">
                  <a:extLst>
                    <a:ext uri="{9D8B030D-6E8A-4147-A177-3AD203B41FA5}">
                      <a16:colId xmlns:a16="http://schemas.microsoft.com/office/drawing/2014/main" val="1314789110"/>
                    </a:ext>
                  </a:extLst>
                </a:gridCol>
              </a:tblGrid>
              <a:tr h="6093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/>
                        <a:t>Business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/>
                        <a:t>Business 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207905"/>
                  </a:ext>
                </a:extLst>
              </a:tr>
              <a:tr h="794753">
                <a:tc>
                  <a:txBody>
                    <a:bodyPr/>
                    <a:lstStyle/>
                    <a:p>
                      <a:r>
                        <a:rPr lang="en-IN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Predict customer order 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MAE = </a:t>
                      </a:r>
                      <a:r>
                        <a:rPr lang="en-IN" b="1" dirty="0"/>
                        <a:t>0.6429</a:t>
                      </a:r>
                      <a:r>
                        <a:rPr lang="en-IN" dirty="0"/>
                        <a:t>, </a:t>
                      </a:r>
                    </a:p>
                    <a:p>
                      <a:r>
                        <a:rPr lang="en-IN" dirty="0"/>
                        <a:t>R² = </a:t>
                      </a:r>
                      <a:r>
                        <a:rPr lang="en-IN" b="1" dirty="0"/>
                        <a:t>−0.0005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Lower prediction error among the evaluated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057300"/>
                  </a:ext>
                </a:extLst>
              </a:tr>
              <a:tr h="794753">
                <a:tc>
                  <a:txBody>
                    <a:bodyPr/>
                    <a:lstStyle/>
                    <a:p>
                      <a:r>
                        <a:rPr lang="en-IN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Correlation Matrix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MAE = </a:t>
                      </a:r>
                      <a:r>
                        <a:rPr lang="en-IN" b="1" dirty="0"/>
                        <a:t>0.7683</a:t>
                      </a:r>
                      <a:r>
                        <a:rPr lang="en-IN" dirty="0"/>
                        <a:t>,</a:t>
                      </a:r>
                    </a:p>
                    <a:p>
                      <a:r>
                        <a:rPr lang="en-IN" dirty="0"/>
                        <a:t>R² = </a:t>
                      </a:r>
                      <a:r>
                        <a:rPr lang="en-IN" b="1" dirty="0"/>
                        <a:t>−0.1794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Lower predictive performance than Linear Regression.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434127"/>
                  </a:ext>
                </a:extLst>
              </a:tr>
              <a:tr h="794753">
                <a:tc>
                  <a:txBody>
                    <a:bodyPr/>
                    <a:lstStyle/>
                    <a:p>
                      <a:r>
                        <a:rPr lang="en-IN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Compare model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Selected as the best-performing model for this dataset.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32165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7B93E9E-2EB0-70BA-C757-80EE4793F86F}"/>
              </a:ext>
            </a:extLst>
          </p:cNvPr>
          <p:cNvSpPr txBox="1"/>
          <p:nvPr/>
        </p:nvSpPr>
        <p:spPr>
          <a:xfrm>
            <a:off x="337457" y="4623881"/>
            <a:ext cx="1147354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Key Business Outcomes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 err="1"/>
              <a:t>Analyzed</a:t>
            </a:r>
            <a:r>
              <a:rPr lang="en-IN" sz="1600" dirty="0"/>
              <a:t> </a:t>
            </a:r>
            <a:r>
              <a:rPr lang="en-IN" sz="1600" b="1" dirty="0"/>
              <a:t>94,550 business records</a:t>
            </a:r>
            <a:r>
              <a:rPr lang="en-IN" sz="1600" dirty="0"/>
              <a:t> using statistical analysis and machine learning.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Verified a </a:t>
            </a:r>
            <a:r>
              <a:rPr lang="en-IN" sz="1600" b="1" dirty="0"/>
              <a:t>clean dataset</a:t>
            </a:r>
            <a:r>
              <a:rPr lang="en-IN" sz="1600" dirty="0"/>
              <a:t> with no missing values or duplicate records.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Identified </a:t>
            </a:r>
            <a:r>
              <a:rPr lang="en-IN" sz="1600" b="1" dirty="0"/>
              <a:t>consistent customer spending and delivery performance</a:t>
            </a:r>
            <a:r>
              <a:rPr lang="en-IN" sz="1600" dirty="0"/>
              <a:t> across customer types and regions.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Linear Regression</a:t>
            </a:r>
            <a:r>
              <a:rPr lang="en-IN" sz="1600" dirty="0"/>
              <a:t> outperformed Random Forest and was selected as the best predictive model.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Successfully completed an </a:t>
            </a:r>
            <a:r>
              <a:rPr lang="en-IN" sz="1600" b="1" dirty="0"/>
              <a:t>end-to-end analytics workflow</a:t>
            </a:r>
            <a:r>
              <a:rPr lang="en-IN" sz="1600" dirty="0"/>
              <a:t>, from data preparation and statistical analysis to machine learning and model evaluation.</a:t>
            </a:r>
          </a:p>
        </p:txBody>
      </p:sp>
    </p:spTree>
    <p:extLst>
      <p:ext uri="{BB962C8B-B14F-4D97-AF65-F5344CB8AC3E}">
        <p14:creationId xmlns:p14="http://schemas.microsoft.com/office/powerpoint/2010/main" val="1243021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CAA5-1003-3207-34C8-F9AEBC542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B96B-BB19-B3A0-0F1F-0D6E6B555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3632"/>
          </a:xfrm>
        </p:spPr>
        <p:txBody>
          <a:bodyPr/>
          <a:lstStyle/>
          <a:p>
            <a:r>
              <a:rPr lang="en-IN" sz="3200" b="1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FCFF3-D70E-1090-B207-28391740C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771650"/>
            <a:ext cx="9210675" cy="4105275"/>
          </a:xfrm>
        </p:spPr>
        <p:txBody>
          <a:bodyPr>
            <a:normAutofit/>
          </a:bodyPr>
          <a:lstStyle/>
          <a:p>
            <a:pPr lvl="0"/>
            <a:r>
              <a:rPr lang="en-IN" sz="1800" b="1" dirty="0"/>
              <a:t>Developed a complete Food Delivery Demand Analysis solution</a:t>
            </a:r>
            <a:r>
              <a:rPr lang="en-IN" sz="1800" dirty="0"/>
              <a:t> by integrating customer, order, restaurant, and delivery partner data to understand overall business performance. </a:t>
            </a:r>
          </a:p>
          <a:p>
            <a:pPr lvl="0"/>
            <a:r>
              <a:rPr lang="en-IN" sz="1800" b="1" dirty="0"/>
              <a:t>Performed data analysis using Excel, SQL, Python, and Power BI</a:t>
            </a:r>
            <a:r>
              <a:rPr lang="en-IN" sz="1800" dirty="0"/>
              <a:t> to identify business trends, measure operational performance, and build interactive dashboards for decision-making. </a:t>
            </a:r>
          </a:p>
          <a:p>
            <a:pPr lvl="0"/>
            <a:r>
              <a:rPr lang="en-IN" sz="1800" b="1" dirty="0"/>
              <a:t>Applied statistical analysis and machine learning techniques</a:t>
            </a:r>
            <a:r>
              <a:rPr lang="en-IN" sz="1800" dirty="0"/>
              <a:t> to validate business insights, evaluate customer </a:t>
            </a:r>
            <a:r>
              <a:rPr lang="en-IN" sz="1800" dirty="0" err="1"/>
              <a:t>behavior</a:t>
            </a:r>
            <a:r>
              <a:rPr lang="en-IN" sz="1800" dirty="0"/>
              <a:t>, and compare predictive models for business decision support. </a:t>
            </a:r>
          </a:p>
          <a:p>
            <a:pPr lvl="0"/>
            <a:r>
              <a:rPr lang="en-IN" sz="1800" b="1" dirty="0"/>
              <a:t>Generated actionable business recommendations</a:t>
            </a:r>
            <a:r>
              <a:rPr lang="en-IN" sz="1800" dirty="0"/>
              <a:t> to improve regional performance, customer satisfaction, delivery efficiency, and support data-driven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1110748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E366-9B7F-2C2B-3881-D7B55194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E7C9-C85F-10A2-5499-FA220E430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3632"/>
          </a:xfrm>
        </p:spPr>
        <p:txBody>
          <a:bodyPr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B6858-2049-1FF0-D720-93E47845D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525" y="1771649"/>
            <a:ext cx="9239249" cy="3981451"/>
          </a:xfrm>
        </p:spPr>
        <p:txBody>
          <a:bodyPr>
            <a:normAutofit/>
          </a:bodyPr>
          <a:lstStyle/>
          <a:p>
            <a:pPr lvl="0"/>
            <a:r>
              <a:rPr lang="en-IN" sz="1800" dirty="0"/>
              <a:t>Successfully integrated </a:t>
            </a:r>
            <a:r>
              <a:rPr lang="en-IN" sz="1800" b="1" dirty="0"/>
              <a:t>Excel, SQL, Python, Power BI, and Machine Learning</a:t>
            </a:r>
            <a:r>
              <a:rPr lang="en-IN" sz="1800" dirty="0"/>
              <a:t> to perform end-to-end analysis of the food delivery business. </a:t>
            </a:r>
          </a:p>
          <a:p>
            <a:pPr lvl="0"/>
            <a:r>
              <a:rPr lang="en-IN" sz="1800" dirty="0"/>
              <a:t>Identified key business insights related to </a:t>
            </a:r>
            <a:r>
              <a:rPr lang="en-IN" sz="1800" b="1" dirty="0"/>
              <a:t>customer </a:t>
            </a:r>
            <a:r>
              <a:rPr lang="en-IN" sz="1800" b="1" dirty="0" err="1"/>
              <a:t>behavior</a:t>
            </a:r>
            <a:r>
              <a:rPr lang="en-IN" sz="1800" b="1" dirty="0"/>
              <a:t>, regional demand, restaurant performance, revenue, and delivery operations</a:t>
            </a:r>
            <a:r>
              <a:rPr lang="en-IN" sz="1800" dirty="0"/>
              <a:t> through comprehensive data analysis. </a:t>
            </a:r>
          </a:p>
          <a:p>
            <a:pPr lvl="0"/>
            <a:r>
              <a:rPr lang="en-IN" sz="1800" dirty="0"/>
              <a:t>Validated analytical findings using </a:t>
            </a:r>
            <a:r>
              <a:rPr lang="en-IN" sz="1800" b="1" dirty="0"/>
              <a:t>statistical techniques and predictive models</a:t>
            </a:r>
            <a:r>
              <a:rPr lang="en-IN" sz="1800" dirty="0"/>
              <a:t>, supporting reliable and data-driven business decisions. </a:t>
            </a:r>
          </a:p>
          <a:p>
            <a:pPr lvl="0"/>
            <a:r>
              <a:rPr lang="en-IN" sz="1800" dirty="0"/>
              <a:t>Delivered practical recommendations to </a:t>
            </a:r>
            <a:r>
              <a:rPr lang="en-IN" sz="1800" b="1" dirty="0"/>
              <a:t>improve operational efficiency, customer satisfaction, and overall business performance</a:t>
            </a:r>
            <a:r>
              <a:rPr lang="en-IN" sz="1800" dirty="0"/>
              <a:t>, demonstrating the value of data analytics in solving real-world business problems.</a:t>
            </a:r>
          </a:p>
        </p:txBody>
      </p:sp>
    </p:spTree>
    <p:extLst>
      <p:ext uri="{BB962C8B-B14F-4D97-AF65-F5344CB8AC3E}">
        <p14:creationId xmlns:p14="http://schemas.microsoft.com/office/powerpoint/2010/main" val="1887824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F99C9-ED28-BEC7-BD8A-77F204A83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6398" y="2642987"/>
            <a:ext cx="4916488" cy="15720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6600" b="1" dirty="0"/>
              <a:t>THANK YOU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1454721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18082</TotalTime>
  <Words>1911</Words>
  <Application>Microsoft Office PowerPoint</Application>
  <PresentationFormat>Widescreen</PresentationFormat>
  <Paragraphs>284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Century Gothic</vt:lpstr>
      <vt:lpstr>Courier New</vt:lpstr>
      <vt:lpstr>Wingdings</vt:lpstr>
      <vt:lpstr>Wingdings 3</vt:lpstr>
      <vt:lpstr>Ion</vt:lpstr>
      <vt:lpstr>Food Delivery Demand Analysis Across Regions</vt:lpstr>
      <vt:lpstr>Project Overview</vt:lpstr>
      <vt:lpstr>Dataset-Information </vt:lpstr>
      <vt:lpstr>Objective Overview</vt:lpstr>
      <vt:lpstr>Project Flow Diagram</vt:lpstr>
      <vt:lpstr>Objective 1 : Regional Demand &amp; Business Performance Analysis </vt:lpstr>
      <vt:lpstr>Objective 1 : Conclusion</vt:lpstr>
      <vt:lpstr>Objective 2 : Business Data Management &amp; Query Analysis</vt:lpstr>
      <vt:lpstr>Objective 2 : Business Data Management &amp; Query Analysis</vt:lpstr>
      <vt:lpstr>Objective 2 : Business Data Management &amp; Query Analysis</vt:lpstr>
      <vt:lpstr>Objective 2 : Business Data Management &amp; Query Analysis</vt:lpstr>
      <vt:lpstr>Objective 2 : Business Data Management &amp; Query Analysis</vt:lpstr>
      <vt:lpstr>Objective 3 : Customer, Restaurant &amp; Delivery Performance Analysis</vt:lpstr>
      <vt:lpstr>Objective 3 : Customer, Restaurant &amp; Delivery Performance Analysis</vt:lpstr>
      <vt:lpstr>Objective 3 : Customer, Restaurant &amp; Delivery Performance Analysis</vt:lpstr>
      <vt:lpstr>Objective 4 : Interactive Business Intelligence Dashboard</vt:lpstr>
      <vt:lpstr>Objective 4 : Conclusion</vt:lpstr>
      <vt:lpstr>Objective 5 : Predictive Analytics &amp; Statistical Evaluation </vt:lpstr>
      <vt:lpstr>Objective 5 : Conclusion</vt:lpstr>
      <vt:lpstr>Project Summary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 Malvankar</dc:creator>
  <cp:lastModifiedBy>Megh Malvankar</cp:lastModifiedBy>
  <cp:revision>1</cp:revision>
  <dcterms:created xsi:type="dcterms:W3CDTF">2026-07-28T12:27:40Z</dcterms:created>
  <dcterms:modified xsi:type="dcterms:W3CDTF">2026-08-15T16:18:07Z</dcterms:modified>
</cp:coreProperties>
</file>